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24"/>
  </p:notesMasterIdLst>
  <p:sldIdLst>
    <p:sldId id="256" r:id="rId2"/>
    <p:sldId id="258" r:id="rId3"/>
    <p:sldId id="268" r:id="rId4"/>
    <p:sldId id="281" r:id="rId5"/>
    <p:sldId id="267" r:id="rId6"/>
    <p:sldId id="270" r:id="rId7"/>
    <p:sldId id="261" r:id="rId8"/>
    <p:sldId id="262" r:id="rId9"/>
    <p:sldId id="263" r:id="rId10"/>
    <p:sldId id="264" r:id="rId11"/>
    <p:sldId id="265" r:id="rId12"/>
    <p:sldId id="266" r:id="rId13"/>
    <p:sldId id="273" r:id="rId14"/>
    <p:sldId id="271" r:id="rId15"/>
    <p:sldId id="272" r:id="rId16"/>
    <p:sldId id="280" r:id="rId17"/>
    <p:sldId id="275" r:id="rId18"/>
    <p:sldId id="274" r:id="rId19"/>
    <p:sldId id="277" r:id="rId20"/>
    <p:sldId id="279" r:id="rId21"/>
    <p:sldId id="278" r:id="rId22"/>
    <p:sldId id="282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FFE2B2-17D4-5764-B55E-2A322BAB3144}" v="4" dt="2024-11-07T19:43:48.4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suário Convidado" userId="S::urn:spo:anon#ccdcb1956010c719820702d000e77ef910d6746711e43fb161de282a86798c49::" providerId="AD" clId="Web-{ABFFE2B2-17D4-5764-B55E-2A322BAB3144}"/>
    <pc:docChg chg="modSld">
      <pc:chgData name="Usuário Convidado" userId="S::urn:spo:anon#ccdcb1956010c719820702d000e77ef910d6746711e43fb161de282a86798c49::" providerId="AD" clId="Web-{ABFFE2B2-17D4-5764-B55E-2A322BAB3144}" dt="2024-11-07T19:43:44.097" v="2" actId="20577"/>
      <pc:docMkLst>
        <pc:docMk/>
      </pc:docMkLst>
      <pc:sldChg chg="modSp">
        <pc:chgData name="Usuário Convidado" userId="S::urn:spo:anon#ccdcb1956010c719820702d000e77ef910d6746711e43fb161de282a86798c49::" providerId="AD" clId="Web-{ABFFE2B2-17D4-5764-B55E-2A322BAB3144}" dt="2024-11-07T19:43:44.097" v="2" actId="20577"/>
        <pc:sldMkLst>
          <pc:docMk/>
          <pc:sldMk cId="1417763358" sldId="275"/>
        </pc:sldMkLst>
        <pc:spChg chg="mod">
          <ac:chgData name="Usuário Convidado" userId="S::urn:spo:anon#ccdcb1956010c719820702d000e77ef910d6746711e43fb161de282a86798c49::" providerId="AD" clId="Web-{ABFFE2B2-17D4-5764-B55E-2A322BAB3144}" dt="2024-11-07T19:43:44.097" v="2" actId="20577"/>
          <ac:spMkLst>
            <pc:docMk/>
            <pc:sldMk cId="1417763358" sldId="275"/>
            <ac:spMk id="4" creationId="{00000000-0000-0000-0000-000000000000}"/>
          </ac:spMkLst>
        </pc:spChg>
      </pc:sldChg>
    </pc:docChg>
  </pc:docChgLst>
  <pc:docChgLst>
    <pc:chgData name="Sabrina Silva Rosa" userId="S::sabrina.silva@aluno.faesa.br::878304cc-afd5-4877-8d39-ef0f3bf7aed4" providerId="AD" clId="Web-{8574CDB8-067D-F687-2E35-B55C280CD62D}"/>
    <pc:docChg chg="addSld delSld modSld sldOrd">
      <pc:chgData name="Sabrina Silva Rosa" userId="S::sabrina.silva@aluno.faesa.br::878304cc-afd5-4877-8d39-ef0f3bf7aed4" providerId="AD" clId="Web-{8574CDB8-067D-F687-2E35-B55C280CD62D}" dt="2024-10-07T11:46:55.532" v="512" actId="14100"/>
      <pc:docMkLst>
        <pc:docMk/>
      </pc:docMkLst>
      <pc:sldChg chg="ord">
        <pc:chgData name="Sabrina Silva Rosa" userId="S::sabrina.silva@aluno.faesa.br::878304cc-afd5-4877-8d39-ef0f3bf7aed4" providerId="AD" clId="Web-{8574CDB8-067D-F687-2E35-B55C280CD62D}" dt="2024-10-07T10:51:02.898" v="1"/>
        <pc:sldMkLst>
          <pc:docMk/>
          <pc:sldMk cId="1649737684" sldId="268"/>
        </pc:sldMkLst>
      </pc:sldChg>
      <pc:sldChg chg="modSp">
        <pc:chgData name="Sabrina Silva Rosa" userId="S::sabrina.silva@aluno.faesa.br::878304cc-afd5-4877-8d39-ef0f3bf7aed4" providerId="AD" clId="Web-{8574CDB8-067D-F687-2E35-B55C280CD62D}" dt="2024-10-07T11:46:16.561" v="510" actId="1076"/>
        <pc:sldMkLst>
          <pc:docMk/>
          <pc:sldMk cId="1417763358" sldId="275"/>
        </pc:sldMkLst>
        <pc:spChg chg="mod">
          <ac:chgData name="Sabrina Silva Rosa" userId="S::sabrina.silva@aluno.faesa.br::878304cc-afd5-4877-8d39-ef0f3bf7aed4" providerId="AD" clId="Web-{8574CDB8-067D-F687-2E35-B55C280CD62D}" dt="2024-10-07T11:46:16.561" v="510" actId="1076"/>
          <ac:spMkLst>
            <pc:docMk/>
            <pc:sldMk cId="1417763358" sldId="275"/>
            <ac:spMk id="4" creationId="{00000000-0000-0000-0000-000000000000}"/>
          </ac:spMkLst>
        </pc:spChg>
      </pc:sldChg>
      <pc:sldChg chg="del">
        <pc:chgData name="Sabrina Silva Rosa" userId="S::sabrina.silva@aluno.faesa.br::878304cc-afd5-4877-8d39-ef0f3bf7aed4" providerId="AD" clId="Web-{8574CDB8-067D-F687-2E35-B55C280CD62D}" dt="2024-10-07T11:42:27.897" v="479"/>
        <pc:sldMkLst>
          <pc:docMk/>
          <pc:sldMk cId="3670785067" sldId="276"/>
        </pc:sldMkLst>
      </pc:sldChg>
      <pc:sldChg chg="addSp delSp modSp mod modClrScheme chgLayout">
        <pc:chgData name="Sabrina Silva Rosa" userId="S::sabrina.silva@aluno.faesa.br::878304cc-afd5-4877-8d39-ef0f3bf7aed4" providerId="AD" clId="Web-{8574CDB8-067D-F687-2E35-B55C280CD62D}" dt="2024-10-07T11:41:26.505" v="473"/>
        <pc:sldMkLst>
          <pc:docMk/>
          <pc:sldMk cId="1212896180" sldId="277"/>
        </pc:sldMkLst>
        <pc:spChg chg="add del mod ord">
          <ac:chgData name="Sabrina Silva Rosa" userId="S::sabrina.silva@aluno.faesa.br::878304cc-afd5-4877-8d39-ef0f3bf7aed4" providerId="AD" clId="Web-{8574CDB8-067D-F687-2E35-B55C280CD62D}" dt="2024-10-07T11:34:44.850" v="439" actId="1076"/>
          <ac:spMkLst>
            <pc:docMk/>
            <pc:sldMk cId="1212896180" sldId="277"/>
            <ac:spMk id="2" creationId="{E17F18FE-28B9-788F-FBC6-7DA3475938F9}"/>
          </ac:spMkLst>
        </pc:spChg>
        <pc:spChg chg="add mod ord">
          <ac:chgData name="Sabrina Silva Rosa" userId="S::sabrina.silva@aluno.faesa.br::878304cc-afd5-4877-8d39-ef0f3bf7aed4" providerId="AD" clId="Web-{8574CDB8-067D-F687-2E35-B55C280CD62D}" dt="2024-10-07T11:41:26.505" v="473"/>
          <ac:spMkLst>
            <pc:docMk/>
            <pc:sldMk cId="1212896180" sldId="277"/>
            <ac:spMk id="4" creationId="{3345608B-0D8A-4056-51D0-82A1FBB7248B}"/>
          </ac:spMkLst>
        </pc:spChg>
        <pc:spChg chg="add del mod ord">
          <ac:chgData name="Sabrina Silva Rosa" userId="S::sabrina.silva@aluno.faesa.br::878304cc-afd5-4877-8d39-ef0f3bf7aed4" providerId="AD" clId="Web-{8574CDB8-067D-F687-2E35-B55C280CD62D}" dt="2024-10-07T10:51:44.747" v="5"/>
          <ac:spMkLst>
            <pc:docMk/>
            <pc:sldMk cId="1212896180" sldId="277"/>
            <ac:spMk id="5" creationId="{B58B5834-E763-B935-EB65-A326E93F350A}"/>
          </ac:spMkLst>
        </pc:spChg>
        <pc:picChg chg="mod">
          <ac:chgData name="Sabrina Silva Rosa" userId="S::sabrina.silva@aluno.faesa.br::878304cc-afd5-4877-8d39-ef0f3bf7aed4" providerId="AD" clId="Web-{8574CDB8-067D-F687-2E35-B55C280CD62D}" dt="2024-10-07T11:00:24.213" v="77"/>
          <ac:picMkLst>
            <pc:docMk/>
            <pc:sldMk cId="1212896180" sldId="277"/>
            <ac:picMk id="3" creationId="{7A4D3485-50A2-71E0-00B6-2A6352FD7B56}"/>
          </ac:picMkLst>
        </pc:picChg>
        <pc:picChg chg="add del mod">
          <ac:chgData name="Sabrina Silva Rosa" userId="S::sabrina.silva@aluno.faesa.br::878304cc-afd5-4877-8d39-ef0f3bf7aed4" providerId="AD" clId="Web-{8574CDB8-067D-F687-2E35-B55C280CD62D}" dt="2024-10-07T10:55:46.340" v="49"/>
          <ac:picMkLst>
            <pc:docMk/>
            <pc:sldMk cId="1212896180" sldId="277"/>
            <ac:picMk id="7" creationId="{6BD12B43-63FA-43B5-00A8-4E624D4B8C6B}"/>
          </ac:picMkLst>
        </pc:picChg>
      </pc:sldChg>
      <pc:sldChg chg="addSp delSp modSp">
        <pc:chgData name="Sabrina Silva Rosa" userId="S::sabrina.silva@aluno.faesa.br::878304cc-afd5-4877-8d39-ef0f3bf7aed4" providerId="AD" clId="Web-{8574CDB8-067D-F687-2E35-B55C280CD62D}" dt="2024-10-07T11:46:55.532" v="512" actId="14100"/>
        <pc:sldMkLst>
          <pc:docMk/>
          <pc:sldMk cId="1766860321" sldId="278"/>
        </pc:sldMkLst>
        <pc:spChg chg="add del mod">
          <ac:chgData name="Sabrina Silva Rosa" userId="S::sabrina.silva@aluno.faesa.br::878304cc-afd5-4877-8d39-ef0f3bf7aed4" providerId="AD" clId="Web-{8574CDB8-067D-F687-2E35-B55C280CD62D}" dt="2024-10-07T11:16:47.391" v="149"/>
          <ac:spMkLst>
            <pc:docMk/>
            <pc:sldMk cId="1766860321" sldId="278"/>
            <ac:spMk id="5" creationId="{E2F17D60-7F1E-5ED6-17D0-EEA06B748595}"/>
          </ac:spMkLst>
        </pc:spChg>
        <pc:spChg chg="add del mod">
          <ac:chgData name="Sabrina Silva Rosa" userId="S::sabrina.silva@aluno.faesa.br::878304cc-afd5-4877-8d39-ef0f3bf7aed4" providerId="AD" clId="Web-{8574CDB8-067D-F687-2E35-B55C280CD62D}" dt="2024-10-07T11:16:47.266" v="148"/>
          <ac:spMkLst>
            <pc:docMk/>
            <pc:sldMk cId="1766860321" sldId="278"/>
            <ac:spMk id="7" creationId="{AFD22831-49F5-CEDE-2422-31AD187F14A2}"/>
          </ac:spMkLst>
        </pc:spChg>
        <pc:spChg chg="add del mod">
          <ac:chgData name="Sabrina Silva Rosa" userId="S::sabrina.silva@aluno.faesa.br::878304cc-afd5-4877-8d39-ef0f3bf7aed4" providerId="AD" clId="Web-{8574CDB8-067D-F687-2E35-B55C280CD62D}" dt="2024-10-07T11:17:02.220" v="154"/>
          <ac:spMkLst>
            <pc:docMk/>
            <pc:sldMk cId="1766860321" sldId="278"/>
            <ac:spMk id="9" creationId="{B884D078-1E9B-AF42-1389-15679DE8265C}"/>
          </ac:spMkLst>
        </pc:spChg>
        <pc:spChg chg="add del mod">
          <ac:chgData name="Sabrina Silva Rosa" userId="S::sabrina.silva@aluno.faesa.br::878304cc-afd5-4877-8d39-ef0f3bf7aed4" providerId="AD" clId="Web-{8574CDB8-067D-F687-2E35-B55C280CD62D}" dt="2024-10-07T11:17:04.548" v="155"/>
          <ac:spMkLst>
            <pc:docMk/>
            <pc:sldMk cId="1766860321" sldId="278"/>
            <ac:spMk id="11" creationId="{91E559FE-E6C0-FC13-32CD-7E55C78A1752}"/>
          </ac:spMkLst>
        </pc:spChg>
        <pc:spChg chg="add mod">
          <ac:chgData name="Sabrina Silva Rosa" userId="S::sabrina.silva@aluno.faesa.br::878304cc-afd5-4877-8d39-ef0f3bf7aed4" providerId="AD" clId="Web-{8574CDB8-067D-F687-2E35-B55C280CD62D}" dt="2024-10-07T11:43:46.509" v="499" actId="1076"/>
          <ac:spMkLst>
            <pc:docMk/>
            <pc:sldMk cId="1766860321" sldId="278"/>
            <ac:spMk id="13" creationId="{D2362656-AEF5-5507-3CCD-28ACC13EE3A9}"/>
          </ac:spMkLst>
        </pc:spChg>
        <pc:spChg chg="add mod">
          <ac:chgData name="Sabrina Silva Rosa" userId="S::sabrina.silva@aluno.faesa.br::878304cc-afd5-4877-8d39-ef0f3bf7aed4" providerId="AD" clId="Web-{8574CDB8-067D-F687-2E35-B55C280CD62D}" dt="2024-10-07T11:46:55.532" v="512" actId="14100"/>
          <ac:spMkLst>
            <pc:docMk/>
            <pc:sldMk cId="1766860321" sldId="278"/>
            <ac:spMk id="15" creationId="{63A8EF8D-3D80-4117-A701-C1D419567573}"/>
          </ac:spMkLst>
        </pc:spChg>
        <pc:picChg chg="add mod">
          <ac:chgData name="Sabrina Silva Rosa" userId="S::sabrina.silva@aluno.faesa.br::878304cc-afd5-4877-8d39-ef0f3bf7aed4" providerId="AD" clId="Web-{8574CDB8-067D-F687-2E35-B55C280CD62D}" dt="2024-10-07T10:58:05.393" v="72" actId="1076"/>
          <ac:picMkLst>
            <pc:docMk/>
            <pc:sldMk cId="1766860321" sldId="278"/>
            <ac:picMk id="2" creationId="{B97D8C8E-1647-DBAB-673F-106134291613}"/>
          </ac:picMkLst>
        </pc:picChg>
        <pc:picChg chg="del">
          <ac:chgData name="Sabrina Silva Rosa" userId="S::sabrina.silva@aluno.faesa.br::878304cc-afd5-4877-8d39-ef0f3bf7aed4" providerId="AD" clId="Web-{8574CDB8-067D-F687-2E35-B55C280CD62D}" dt="2024-10-07T10:57:56.047" v="70"/>
          <ac:picMkLst>
            <pc:docMk/>
            <pc:sldMk cId="1766860321" sldId="278"/>
            <ac:picMk id="3" creationId="{2DEBC4F0-45F0-F77B-4480-ABE93D853D5C}"/>
          </ac:picMkLst>
        </pc:picChg>
      </pc:sldChg>
      <pc:sldChg chg="addSp delSp modSp">
        <pc:chgData name="Sabrina Silva Rosa" userId="S::sabrina.silva@aluno.faesa.br::878304cc-afd5-4877-8d39-ef0f3bf7aed4" providerId="AD" clId="Web-{8574CDB8-067D-F687-2E35-B55C280CD62D}" dt="2024-10-07T11:41:55.896" v="475" actId="1076"/>
        <pc:sldMkLst>
          <pc:docMk/>
          <pc:sldMk cId="3768558357" sldId="279"/>
        </pc:sldMkLst>
        <pc:spChg chg="add del mod">
          <ac:chgData name="Sabrina Silva Rosa" userId="S::sabrina.silva@aluno.faesa.br::878304cc-afd5-4877-8d39-ef0f3bf7aed4" providerId="AD" clId="Web-{8574CDB8-067D-F687-2E35-B55C280CD62D}" dt="2024-10-07T10:56:06.966" v="53"/>
          <ac:spMkLst>
            <pc:docMk/>
            <pc:sldMk cId="3768558357" sldId="279"/>
            <ac:spMk id="5" creationId="{53730F76-7840-38B6-EBEB-92FFE01B793B}"/>
          </ac:spMkLst>
        </pc:spChg>
        <pc:spChg chg="add del mod">
          <ac:chgData name="Sabrina Silva Rosa" userId="S::sabrina.silva@aluno.faesa.br::878304cc-afd5-4877-8d39-ef0f3bf7aed4" providerId="AD" clId="Web-{8574CDB8-067D-F687-2E35-B55C280CD62D}" dt="2024-10-07T10:56:15.997" v="55"/>
          <ac:spMkLst>
            <pc:docMk/>
            <pc:sldMk cId="3768558357" sldId="279"/>
            <ac:spMk id="7" creationId="{0909A0EC-9CCB-8D0B-A42F-20A97346F040}"/>
          </ac:spMkLst>
        </pc:spChg>
        <pc:spChg chg="add del mod">
          <ac:chgData name="Sabrina Silva Rosa" userId="S::sabrina.silva@aluno.faesa.br::878304cc-afd5-4877-8d39-ef0f3bf7aed4" providerId="AD" clId="Web-{8574CDB8-067D-F687-2E35-B55C280CD62D}" dt="2024-10-07T11:16:42.438" v="147"/>
          <ac:spMkLst>
            <pc:docMk/>
            <pc:sldMk cId="3768558357" sldId="279"/>
            <ac:spMk id="9" creationId="{A2898970-1189-8613-47EB-88EE3429283F}"/>
          </ac:spMkLst>
        </pc:spChg>
        <pc:spChg chg="add del mod">
          <ac:chgData name="Sabrina Silva Rosa" userId="S::sabrina.silva@aluno.faesa.br::878304cc-afd5-4877-8d39-ef0f3bf7aed4" providerId="AD" clId="Web-{8574CDB8-067D-F687-2E35-B55C280CD62D}" dt="2024-10-07T11:16:42.313" v="146"/>
          <ac:spMkLst>
            <pc:docMk/>
            <pc:sldMk cId="3768558357" sldId="279"/>
            <ac:spMk id="11" creationId="{88E72B6A-7739-32B0-B55F-16F95D3821F4}"/>
          </ac:spMkLst>
        </pc:spChg>
        <pc:spChg chg="add del mod">
          <ac:chgData name="Sabrina Silva Rosa" userId="S::sabrina.silva@aluno.faesa.br::878304cc-afd5-4877-8d39-ef0f3bf7aed4" providerId="AD" clId="Web-{8574CDB8-067D-F687-2E35-B55C280CD62D}" dt="2024-10-07T11:16:54.142" v="150"/>
          <ac:spMkLst>
            <pc:docMk/>
            <pc:sldMk cId="3768558357" sldId="279"/>
            <ac:spMk id="15" creationId="{20ADB785-607F-99EC-BFCD-0F74DE9A13E1}"/>
          </ac:spMkLst>
        </pc:spChg>
        <pc:spChg chg="add del mod">
          <ac:chgData name="Sabrina Silva Rosa" userId="S::sabrina.silva@aluno.faesa.br::878304cc-afd5-4877-8d39-ef0f3bf7aed4" providerId="AD" clId="Web-{8574CDB8-067D-F687-2E35-B55C280CD62D}" dt="2024-10-07T11:16:55.548" v="151"/>
          <ac:spMkLst>
            <pc:docMk/>
            <pc:sldMk cId="3768558357" sldId="279"/>
            <ac:spMk id="17" creationId="{BDC20E51-0FBC-622B-DAE0-D4C501E99CB6}"/>
          </ac:spMkLst>
        </pc:spChg>
        <pc:spChg chg="add mod">
          <ac:chgData name="Sabrina Silva Rosa" userId="S::sabrina.silva@aluno.faesa.br::878304cc-afd5-4877-8d39-ef0f3bf7aed4" providerId="AD" clId="Web-{8574CDB8-067D-F687-2E35-B55C280CD62D}" dt="2024-10-07T11:41:55.896" v="475" actId="1076"/>
          <ac:spMkLst>
            <pc:docMk/>
            <pc:sldMk cId="3768558357" sldId="279"/>
            <ac:spMk id="19" creationId="{51DC4198-1379-4532-AA6D-15E50CBE6ADB}"/>
          </ac:spMkLst>
        </pc:spChg>
        <pc:spChg chg="add mod">
          <ac:chgData name="Sabrina Silva Rosa" userId="S::sabrina.silva@aluno.faesa.br::878304cc-afd5-4877-8d39-ef0f3bf7aed4" providerId="AD" clId="Web-{8574CDB8-067D-F687-2E35-B55C280CD62D}" dt="2024-10-07T11:41:49.021" v="474" actId="14100"/>
          <ac:spMkLst>
            <pc:docMk/>
            <pc:sldMk cId="3768558357" sldId="279"/>
            <ac:spMk id="21" creationId="{96CE51C8-0077-71FB-C5E1-2282FE9E80E5}"/>
          </ac:spMkLst>
        </pc:spChg>
        <pc:picChg chg="add mod">
          <ac:chgData name="Sabrina Silva Rosa" userId="S::sabrina.silva@aluno.faesa.br::878304cc-afd5-4877-8d39-ef0f3bf7aed4" providerId="AD" clId="Web-{8574CDB8-067D-F687-2E35-B55C280CD62D}" dt="2024-10-07T10:55:55.965" v="51" actId="1076"/>
          <ac:picMkLst>
            <pc:docMk/>
            <pc:sldMk cId="3768558357" sldId="279"/>
            <ac:picMk id="2" creationId="{DD520300-AA1B-CF23-7D1B-34B2E76125FA}"/>
          </ac:picMkLst>
        </pc:picChg>
        <pc:picChg chg="del">
          <ac:chgData name="Sabrina Silva Rosa" userId="S::sabrina.silva@aluno.faesa.br::878304cc-afd5-4877-8d39-ef0f3bf7aed4" providerId="AD" clId="Web-{8574CDB8-067D-F687-2E35-B55C280CD62D}" dt="2024-10-07T10:55:42.934" v="48"/>
          <ac:picMkLst>
            <pc:docMk/>
            <pc:sldMk cId="3768558357" sldId="279"/>
            <ac:picMk id="3" creationId="{54DFFDFE-5648-C262-093F-1773D51DCDD9}"/>
          </ac:picMkLst>
        </pc:picChg>
        <pc:picChg chg="add del mod">
          <ac:chgData name="Sabrina Silva Rosa" userId="S::sabrina.silva@aluno.faesa.br::878304cc-afd5-4877-8d39-ef0f3bf7aed4" providerId="AD" clId="Web-{8574CDB8-067D-F687-2E35-B55C280CD62D}" dt="2024-10-07T10:57:53.235" v="69"/>
          <ac:picMkLst>
            <pc:docMk/>
            <pc:sldMk cId="3768558357" sldId="279"/>
            <ac:picMk id="13" creationId="{518C65A1-2C94-6B32-EAB6-CE0313FDF1A9}"/>
          </ac:picMkLst>
        </pc:picChg>
      </pc:sldChg>
      <pc:sldChg chg="ord">
        <pc:chgData name="Sabrina Silva Rosa" userId="S::sabrina.silva@aluno.faesa.br::878304cc-afd5-4877-8d39-ef0f3bf7aed4" providerId="AD" clId="Web-{8574CDB8-067D-F687-2E35-B55C280CD62D}" dt="2024-10-07T10:51:02.898" v="0"/>
        <pc:sldMkLst>
          <pc:docMk/>
          <pc:sldMk cId="3255046529" sldId="281"/>
        </pc:sldMkLst>
      </pc:sldChg>
      <pc:sldChg chg="delSp modSp new">
        <pc:chgData name="Sabrina Silva Rosa" userId="S::sabrina.silva@aluno.faesa.br::878304cc-afd5-4877-8d39-ef0f3bf7aed4" providerId="AD" clId="Web-{8574CDB8-067D-F687-2E35-B55C280CD62D}" dt="2024-10-07T11:43:14.102" v="496" actId="20577"/>
        <pc:sldMkLst>
          <pc:docMk/>
          <pc:sldMk cId="616663978" sldId="282"/>
        </pc:sldMkLst>
        <pc:spChg chg="mod">
          <ac:chgData name="Sabrina Silva Rosa" userId="S::sabrina.silva@aluno.faesa.br::878304cc-afd5-4877-8d39-ef0f3bf7aed4" providerId="AD" clId="Web-{8574CDB8-067D-F687-2E35-B55C280CD62D}" dt="2024-10-07T11:43:14.102" v="496" actId="20577"/>
          <ac:spMkLst>
            <pc:docMk/>
            <pc:sldMk cId="616663978" sldId="282"/>
            <ac:spMk id="2" creationId="{56C3D11A-3AB4-1216-8284-7F233A009531}"/>
          </ac:spMkLst>
        </pc:spChg>
        <pc:spChg chg="del">
          <ac:chgData name="Sabrina Silva Rosa" userId="S::sabrina.silva@aluno.faesa.br::878304cc-afd5-4877-8d39-ef0f3bf7aed4" providerId="AD" clId="Web-{8574CDB8-067D-F687-2E35-B55C280CD62D}" dt="2024-10-07T11:42:41.132" v="481"/>
          <ac:spMkLst>
            <pc:docMk/>
            <pc:sldMk cId="616663978" sldId="282"/>
            <ac:spMk id="3" creationId="{B0A878D5-9762-3254-0AB8-1D241072A9F1}"/>
          </ac:spMkLst>
        </pc:spChg>
      </pc:sldChg>
    </pc:docChg>
  </pc:docChgLst>
  <pc:docChgLst>
    <pc:chgData name="Kaio Herédia Brocco" userId="S::kaio.heredia@aluno.faesa.br::90de54ba-0f37-48ad-a87c-5316f7beb418" providerId="AD" clId="Web-{C81F0D9A-6CDB-1E13-1A64-1E71ACFC0AEF}"/>
    <pc:docChg chg="modSld">
      <pc:chgData name="Kaio Herédia Brocco" userId="S::kaio.heredia@aluno.faesa.br::90de54ba-0f37-48ad-a87c-5316f7beb418" providerId="AD" clId="Web-{C81F0D9A-6CDB-1E13-1A64-1E71ACFC0AEF}" dt="2024-10-04T20:05:44.716" v="24" actId="20577"/>
      <pc:docMkLst>
        <pc:docMk/>
      </pc:docMkLst>
      <pc:sldChg chg="modSp">
        <pc:chgData name="Kaio Herédia Brocco" userId="S::kaio.heredia@aluno.faesa.br::90de54ba-0f37-48ad-a87c-5316f7beb418" providerId="AD" clId="Web-{C81F0D9A-6CDB-1E13-1A64-1E71ACFC0AEF}" dt="2024-10-04T20:03:22.291" v="7" actId="20577"/>
        <pc:sldMkLst>
          <pc:docMk/>
          <pc:sldMk cId="377700507" sldId="261"/>
        </pc:sldMkLst>
        <pc:spChg chg="mod">
          <ac:chgData name="Kaio Herédia Brocco" userId="S::kaio.heredia@aluno.faesa.br::90de54ba-0f37-48ad-a87c-5316f7beb418" providerId="AD" clId="Web-{C81F0D9A-6CDB-1E13-1A64-1E71ACFC0AEF}" dt="2024-10-04T20:03:22.291" v="7" actId="20577"/>
          <ac:spMkLst>
            <pc:docMk/>
            <pc:sldMk cId="377700507" sldId="261"/>
            <ac:spMk id="3" creationId="{E1746951-D539-3256-7353-2682E9CF27A3}"/>
          </ac:spMkLst>
        </pc:spChg>
      </pc:sldChg>
      <pc:sldChg chg="modSp">
        <pc:chgData name="Kaio Herédia Brocco" userId="S::kaio.heredia@aluno.faesa.br::90de54ba-0f37-48ad-a87c-5316f7beb418" providerId="AD" clId="Web-{C81F0D9A-6CDB-1E13-1A64-1E71ACFC0AEF}" dt="2024-10-04T20:03:54.323" v="11" actId="20577"/>
        <pc:sldMkLst>
          <pc:docMk/>
          <pc:sldMk cId="3768844558" sldId="262"/>
        </pc:sldMkLst>
        <pc:spChg chg="mod">
          <ac:chgData name="Kaio Herédia Brocco" userId="S::kaio.heredia@aluno.faesa.br::90de54ba-0f37-48ad-a87c-5316f7beb418" providerId="AD" clId="Web-{C81F0D9A-6CDB-1E13-1A64-1E71ACFC0AEF}" dt="2024-10-04T20:03:54.323" v="11" actId="20577"/>
          <ac:spMkLst>
            <pc:docMk/>
            <pc:sldMk cId="3768844558" sldId="262"/>
            <ac:spMk id="3" creationId="{E1746951-D539-3256-7353-2682E9CF27A3}"/>
          </ac:spMkLst>
        </pc:spChg>
      </pc:sldChg>
      <pc:sldChg chg="modSp">
        <pc:chgData name="Kaio Herédia Brocco" userId="S::kaio.heredia@aluno.faesa.br::90de54ba-0f37-48ad-a87c-5316f7beb418" providerId="AD" clId="Web-{C81F0D9A-6CDB-1E13-1A64-1E71ACFC0AEF}" dt="2024-10-04T20:05:44.716" v="24" actId="20577"/>
        <pc:sldMkLst>
          <pc:docMk/>
          <pc:sldMk cId="878049992" sldId="265"/>
        </pc:sldMkLst>
        <pc:spChg chg="mod">
          <ac:chgData name="Kaio Herédia Brocco" userId="S::kaio.heredia@aluno.faesa.br::90de54ba-0f37-48ad-a87c-5316f7beb418" providerId="AD" clId="Web-{C81F0D9A-6CDB-1E13-1A64-1E71ACFC0AEF}" dt="2024-10-04T20:05:44.716" v="24" actId="20577"/>
          <ac:spMkLst>
            <pc:docMk/>
            <pc:sldMk cId="878049992" sldId="265"/>
            <ac:spMk id="3" creationId="{E1746951-D539-3256-7353-2682E9CF27A3}"/>
          </ac:spMkLst>
        </pc:spChg>
      </pc:sldChg>
    </pc:docChg>
  </pc:docChgLst>
  <pc:docChgLst>
    <pc:chgData name="Sabrina Silva Rosa" userId="S::sabrina.silva@aluno.faesa.br::878304cc-afd5-4877-8d39-ef0f3bf7aed4" providerId="AD" clId="Web-{E6744B1F-2FCF-6289-2284-9A6BDC4810C9}"/>
    <pc:docChg chg="modSld">
      <pc:chgData name="Sabrina Silva Rosa" userId="S::sabrina.silva@aluno.faesa.br::878304cc-afd5-4877-8d39-ef0f3bf7aed4" providerId="AD" clId="Web-{E6744B1F-2FCF-6289-2284-9A6BDC4810C9}" dt="2024-10-07T02:46:42.268" v="51" actId="20577"/>
      <pc:docMkLst>
        <pc:docMk/>
      </pc:docMkLst>
      <pc:sldChg chg="modSp">
        <pc:chgData name="Sabrina Silva Rosa" userId="S::sabrina.silva@aluno.faesa.br::878304cc-afd5-4877-8d39-ef0f3bf7aed4" providerId="AD" clId="Web-{E6744B1F-2FCF-6289-2284-9A6BDC4810C9}" dt="2024-10-07T02:30:10.879" v="1" actId="20577"/>
        <pc:sldMkLst>
          <pc:docMk/>
          <pc:sldMk cId="3768844558" sldId="262"/>
        </pc:sldMkLst>
        <pc:spChg chg="mod">
          <ac:chgData name="Sabrina Silva Rosa" userId="S::sabrina.silva@aluno.faesa.br::878304cc-afd5-4877-8d39-ef0f3bf7aed4" providerId="AD" clId="Web-{E6744B1F-2FCF-6289-2284-9A6BDC4810C9}" dt="2024-10-07T02:30:10.879" v="1" actId="20577"/>
          <ac:spMkLst>
            <pc:docMk/>
            <pc:sldMk cId="3768844558" sldId="262"/>
            <ac:spMk id="3" creationId="{E1746951-D539-3256-7353-2682E9CF27A3}"/>
          </ac:spMkLst>
        </pc:spChg>
      </pc:sldChg>
      <pc:sldChg chg="modSp">
        <pc:chgData name="Sabrina Silva Rosa" userId="S::sabrina.silva@aluno.faesa.br::878304cc-afd5-4877-8d39-ef0f3bf7aed4" providerId="AD" clId="Web-{E6744B1F-2FCF-6289-2284-9A6BDC4810C9}" dt="2024-10-07T02:30:41.645" v="3" actId="20577"/>
        <pc:sldMkLst>
          <pc:docMk/>
          <pc:sldMk cId="542082850" sldId="263"/>
        </pc:sldMkLst>
        <pc:spChg chg="mod">
          <ac:chgData name="Sabrina Silva Rosa" userId="S::sabrina.silva@aluno.faesa.br::878304cc-afd5-4877-8d39-ef0f3bf7aed4" providerId="AD" clId="Web-{E6744B1F-2FCF-6289-2284-9A6BDC4810C9}" dt="2024-10-07T02:30:41.645" v="3" actId="20577"/>
          <ac:spMkLst>
            <pc:docMk/>
            <pc:sldMk cId="542082850" sldId="263"/>
            <ac:spMk id="3" creationId="{E1746951-D539-3256-7353-2682E9CF27A3}"/>
          </ac:spMkLst>
        </pc:spChg>
      </pc:sldChg>
      <pc:sldChg chg="modSp">
        <pc:chgData name="Sabrina Silva Rosa" userId="S::sabrina.silva@aluno.faesa.br::878304cc-afd5-4877-8d39-ef0f3bf7aed4" providerId="AD" clId="Web-{E6744B1F-2FCF-6289-2284-9A6BDC4810C9}" dt="2024-10-07T02:31:31.022" v="5" actId="20577"/>
        <pc:sldMkLst>
          <pc:docMk/>
          <pc:sldMk cId="878049992" sldId="265"/>
        </pc:sldMkLst>
        <pc:spChg chg="mod">
          <ac:chgData name="Sabrina Silva Rosa" userId="S::sabrina.silva@aluno.faesa.br::878304cc-afd5-4877-8d39-ef0f3bf7aed4" providerId="AD" clId="Web-{E6744B1F-2FCF-6289-2284-9A6BDC4810C9}" dt="2024-10-07T02:31:31.022" v="5" actId="20577"/>
          <ac:spMkLst>
            <pc:docMk/>
            <pc:sldMk cId="878049992" sldId="265"/>
            <ac:spMk id="3" creationId="{E1746951-D539-3256-7353-2682E9CF27A3}"/>
          </ac:spMkLst>
        </pc:spChg>
      </pc:sldChg>
      <pc:sldChg chg="addSp delSp modSp mod modClrScheme chgLayout">
        <pc:chgData name="Sabrina Silva Rosa" userId="S::sabrina.silva@aluno.faesa.br::878304cc-afd5-4877-8d39-ef0f3bf7aed4" providerId="AD" clId="Web-{E6744B1F-2FCF-6289-2284-9A6BDC4810C9}" dt="2024-10-07T02:46:42.268" v="51" actId="20577"/>
        <pc:sldMkLst>
          <pc:docMk/>
          <pc:sldMk cId="3670785067" sldId="276"/>
        </pc:sldMkLst>
        <pc:spChg chg="del">
          <ac:chgData name="Sabrina Silva Rosa" userId="S::sabrina.silva@aluno.faesa.br::878304cc-afd5-4877-8d39-ef0f3bf7aed4" providerId="AD" clId="Web-{E6744B1F-2FCF-6289-2284-9A6BDC4810C9}" dt="2024-10-07T02:43:07.231" v="29"/>
          <ac:spMkLst>
            <pc:docMk/>
            <pc:sldMk cId="3670785067" sldId="276"/>
            <ac:spMk id="4" creationId="{18347D71-9DC8-604D-B3A9-4DDBC66671EF}"/>
          </ac:spMkLst>
        </pc:spChg>
        <pc:spChg chg="add del mod">
          <ac:chgData name="Sabrina Silva Rosa" userId="S::sabrina.silva@aluno.faesa.br::878304cc-afd5-4877-8d39-ef0f3bf7aed4" providerId="AD" clId="Web-{E6744B1F-2FCF-6289-2284-9A6BDC4810C9}" dt="2024-10-07T02:43:11.560" v="30"/>
          <ac:spMkLst>
            <pc:docMk/>
            <pc:sldMk cId="3670785067" sldId="276"/>
            <ac:spMk id="9" creationId="{6260CA19-5EF3-CCAD-D40F-D4C950F1FE0F}"/>
          </ac:spMkLst>
        </pc:spChg>
        <pc:spChg chg="add del mod ord">
          <ac:chgData name="Sabrina Silva Rosa" userId="S::sabrina.silva@aluno.faesa.br::878304cc-afd5-4877-8d39-ef0f3bf7aed4" providerId="AD" clId="Web-{E6744B1F-2FCF-6289-2284-9A6BDC4810C9}" dt="2024-10-07T02:44:19.655" v="36"/>
          <ac:spMkLst>
            <pc:docMk/>
            <pc:sldMk cId="3670785067" sldId="276"/>
            <ac:spMk id="10" creationId="{80FFCEBC-9F16-F6FD-496A-70DF681CAD38}"/>
          </ac:spMkLst>
        </pc:spChg>
        <pc:spChg chg="add del mod ord">
          <ac:chgData name="Sabrina Silva Rosa" userId="S::sabrina.silva@aluno.faesa.br::878304cc-afd5-4877-8d39-ef0f3bf7aed4" providerId="AD" clId="Web-{E6744B1F-2FCF-6289-2284-9A6BDC4810C9}" dt="2024-10-07T02:45:56.314" v="40"/>
          <ac:spMkLst>
            <pc:docMk/>
            <pc:sldMk cId="3670785067" sldId="276"/>
            <ac:spMk id="11" creationId="{BF88C75A-4583-9C92-0479-0BF685F5C30F}"/>
          </ac:spMkLst>
        </pc:spChg>
        <pc:spChg chg="add del mod ord">
          <ac:chgData name="Sabrina Silva Rosa" userId="S::sabrina.silva@aluno.faesa.br::878304cc-afd5-4877-8d39-ef0f3bf7aed4" providerId="AD" clId="Web-{E6744B1F-2FCF-6289-2284-9A6BDC4810C9}" dt="2024-10-07T02:45:56.314" v="39"/>
          <ac:spMkLst>
            <pc:docMk/>
            <pc:sldMk cId="3670785067" sldId="276"/>
            <ac:spMk id="12" creationId="{8A8868A3-F2DB-D777-A2C8-B42AC6BED9AC}"/>
          </ac:spMkLst>
        </pc:spChg>
        <pc:spChg chg="add del">
          <ac:chgData name="Sabrina Silva Rosa" userId="S::sabrina.silva@aluno.faesa.br::878304cc-afd5-4877-8d39-ef0f3bf7aed4" providerId="AD" clId="Web-{E6744B1F-2FCF-6289-2284-9A6BDC4810C9}" dt="2024-10-07T02:45:49.408" v="38"/>
          <ac:spMkLst>
            <pc:docMk/>
            <pc:sldMk cId="3670785067" sldId="276"/>
            <ac:spMk id="13" creationId="{EC1A7A76-AC8B-14EF-E7F4-25D041C83415}"/>
          </ac:spMkLst>
        </pc:spChg>
        <pc:spChg chg="add mod">
          <ac:chgData name="Sabrina Silva Rosa" userId="S::sabrina.silva@aluno.faesa.br::878304cc-afd5-4877-8d39-ef0f3bf7aed4" providerId="AD" clId="Web-{E6744B1F-2FCF-6289-2284-9A6BDC4810C9}" dt="2024-10-07T02:46:10.017" v="44" actId="20577"/>
          <ac:spMkLst>
            <pc:docMk/>
            <pc:sldMk cId="3670785067" sldId="276"/>
            <ac:spMk id="14" creationId="{EC78BC57-DD2F-F0B1-C4BC-0693E5B25780}"/>
          </ac:spMkLst>
        </pc:spChg>
        <pc:spChg chg="add mod">
          <ac:chgData name="Sabrina Silva Rosa" userId="S::sabrina.silva@aluno.faesa.br::878304cc-afd5-4877-8d39-ef0f3bf7aed4" providerId="AD" clId="Web-{E6744B1F-2FCF-6289-2284-9A6BDC4810C9}" dt="2024-10-07T02:46:24.502" v="47" actId="20577"/>
          <ac:spMkLst>
            <pc:docMk/>
            <pc:sldMk cId="3670785067" sldId="276"/>
            <ac:spMk id="15" creationId="{A1014840-DBE2-B1C8-7B31-ECD9EFEB2F9D}"/>
          </ac:spMkLst>
        </pc:spChg>
        <pc:spChg chg="add mod">
          <ac:chgData name="Sabrina Silva Rosa" userId="S::sabrina.silva@aluno.faesa.br::878304cc-afd5-4877-8d39-ef0f3bf7aed4" providerId="AD" clId="Web-{E6744B1F-2FCF-6289-2284-9A6BDC4810C9}" dt="2024-10-07T02:46:42.268" v="51" actId="20577"/>
          <ac:spMkLst>
            <pc:docMk/>
            <pc:sldMk cId="3670785067" sldId="276"/>
            <ac:spMk id="16" creationId="{657BB60A-71A0-F685-55E9-4481693E4694}"/>
          </ac:spMkLst>
        </pc:spChg>
        <pc:picChg chg="add mod">
          <ac:chgData name="Sabrina Silva Rosa" userId="S::sabrina.silva@aluno.faesa.br::878304cc-afd5-4877-8d39-ef0f3bf7aed4" providerId="AD" clId="Web-{E6744B1F-2FCF-6289-2284-9A6BDC4810C9}" dt="2024-10-07T02:46:00.783" v="41" actId="1076"/>
          <ac:picMkLst>
            <pc:docMk/>
            <pc:sldMk cId="3670785067" sldId="276"/>
            <ac:picMk id="2" creationId="{00B910ED-360B-D182-A5D9-83C2DB998EFA}"/>
          </ac:picMkLst>
        </pc:picChg>
        <pc:picChg chg="del">
          <ac:chgData name="Sabrina Silva Rosa" userId="S::sabrina.silva@aluno.faesa.br::878304cc-afd5-4877-8d39-ef0f3bf7aed4" providerId="AD" clId="Web-{E6744B1F-2FCF-6289-2284-9A6BDC4810C9}" dt="2024-10-07T02:43:01.888" v="28"/>
          <ac:picMkLst>
            <pc:docMk/>
            <pc:sldMk cId="3670785067" sldId="276"/>
            <ac:picMk id="3" creationId="{FF27D3DD-90A9-0C31-12AA-A9D377C02233}"/>
          </ac:picMkLst>
        </pc:picChg>
        <pc:picChg chg="add del mod">
          <ac:chgData name="Sabrina Silva Rosa" userId="S::sabrina.silva@aluno.faesa.br::878304cc-afd5-4877-8d39-ef0f3bf7aed4" providerId="AD" clId="Web-{E6744B1F-2FCF-6289-2284-9A6BDC4810C9}" dt="2024-10-07T02:33:35.837" v="11"/>
          <ac:picMkLst>
            <pc:docMk/>
            <pc:sldMk cId="3670785067" sldId="276"/>
            <ac:picMk id="5" creationId="{2711ADAB-B03E-AD6F-D45C-8D91A07D63AE}"/>
          </ac:picMkLst>
        </pc:picChg>
        <pc:picChg chg="add mod">
          <ac:chgData name="Sabrina Silva Rosa" userId="S::sabrina.silva@aluno.faesa.br::878304cc-afd5-4877-8d39-ef0f3bf7aed4" providerId="AD" clId="Web-{E6744B1F-2FCF-6289-2284-9A6BDC4810C9}" dt="2024-10-07T02:43:34.623" v="34" actId="1076"/>
          <ac:picMkLst>
            <pc:docMk/>
            <pc:sldMk cId="3670785067" sldId="276"/>
            <ac:picMk id="6" creationId="{945A3E77-0EF7-AD1D-6CAC-EBE8A8073EAE}"/>
          </ac:picMkLst>
        </pc:picChg>
        <pc:picChg chg="add mod">
          <ac:chgData name="Sabrina Silva Rosa" userId="S::sabrina.silva@aluno.faesa.br::878304cc-afd5-4877-8d39-ef0f3bf7aed4" providerId="AD" clId="Web-{E6744B1F-2FCF-6289-2284-9A6BDC4810C9}" dt="2024-10-07T02:43:34.623" v="33" actId="1076"/>
          <ac:picMkLst>
            <pc:docMk/>
            <pc:sldMk cId="3670785067" sldId="276"/>
            <ac:picMk id="7" creationId="{CE38B303-5FF7-173F-7B00-BBEA913DE78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8BCDD0-DDA7-44A7-8FF2-AA87576AA317}" type="datetimeFigureOut">
              <a:rPr lang="pt-BR" smtClean="0"/>
              <a:t>07/11/2024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1543BD-FA31-4D26-A206-6713771E58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5863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8082C-0922-4249-A612-B415F5231620}" type="datetime1">
              <a:rPr lang="en-US" smtClean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316615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8082C-0922-4249-A612-B415F5231620}" type="datetime1">
              <a:rPr lang="en-US" smtClean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04644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8082C-0922-4249-A612-B415F5231620}" type="datetime1">
              <a:rPr lang="en-US" smtClean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7327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8082C-0922-4249-A612-B415F5231620}" type="datetime1">
              <a:rPr lang="en-US" smtClean="0"/>
              <a:t>11/7/2024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32866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8082C-0922-4249-A612-B415F5231620}" type="datetime1">
              <a:rPr lang="en-US" smtClean="0"/>
              <a:t>11/7/2024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30584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8082C-0922-4249-A612-B415F5231620}" type="datetime1">
              <a:rPr lang="en-US" smtClean="0"/>
              <a:t>11/7/2024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02458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8082C-0922-4249-A612-B415F5231620}" type="datetime1">
              <a:rPr lang="en-US" smtClean="0"/>
              <a:t>11/7/2024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53721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8082C-0922-4249-A612-B415F5231620}" type="datetime1">
              <a:rPr lang="en-US" smtClean="0"/>
              <a:t>11/7/2024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67184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4AF8082C-0922-4249-A612-B415F5231620}" type="datetime1">
              <a:rPr lang="en-US" smtClean="0"/>
              <a:t>11/7/2024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FAEF9944-A4F6-4C59-AEBD-678D6480B8EA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03047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8082C-0922-4249-A612-B415F5231620}" type="datetime1">
              <a:rPr lang="en-US" smtClean="0"/>
              <a:t>11/7/2024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15701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8082C-0922-4249-A612-B415F5231620}" type="datetime1">
              <a:rPr lang="en-US" smtClean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70803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8082C-0922-4249-A612-B415F5231620}" type="datetime1">
              <a:rPr lang="en-US" smtClean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31795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8082C-0922-4249-A612-B415F5231620}" type="datetime1">
              <a:rPr lang="en-US" smtClean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95904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8082C-0922-4249-A612-B415F5231620}" type="datetime1">
              <a:rPr lang="en-US" smtClean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50861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8082C-0922-4249-A612-B415F5231620}" type="datetime1">
              <a:rPr lang="en-US" smtClean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33833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8082C-0922-4249-A612-B415F5231620}" type="datetime1">
              <a:rPr lang="en-US" smtClean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116976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8082C-0922-4249-A612-B415F5231620}" type="datetime1">
              <a:rPr lang="en-US" smtClean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1197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4AF8082C-0922-4249-A612-B415F5231620}" type="datetime1">
              <a:rPr lang="en-US" smtClean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FAEF9944-A4F6-4C59-AEBD-678D6480B8EA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7378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6792AD-5CCB-A648-8095-5A0F5B6863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85952" y="2618173"/>
            <a:ext cx="3369133" cy="810827"/>
          </a:xfrm>
        </p:spPr>
        <p:txBody>
          <a:bodyPr>
            <a:noAutofit/>
          </a:bodyPr>
          <a:lstStyle/>
          <a:p>
            <a:r>
              <a:rPr lang="pt-BR" dirty="0"/>
              <a:t>EASYDRIVE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EC61B4-0192-91C8-5287-56BCDB6BE4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85952" y="3497732"/>
            <a:ext cx="3369132" cy="1793053"/>
          </a:xfrm>
        </p:spPr>
        <p:txBody>
          <a:bodyPr>
            <a:normAutofit/>
          </a:bodyPr>
          <a:lstStyle/>
          <a:p>
            <a:r>
              <a:rPr lang="pt-BR" sz="2400" dirty="0"/>
              <a:t>Software para gestão de </a:t>
            </a:r>
            <a:r>
              <a:rPr lang="pt-BR" sz="2400" dirty="0" err="1"/>
              <a:t>veículoS</a:t>
            </a:r>
            <a:endParaRPr lang="pt-BR" dirty="0"/>
          </a:p>
        </p:txBody>
      </p:sp>
      <p:pic>
        <p:nvPicPr>
          <p:cNvPr id="10" name="Imagem 9" descr="Carro verde estacionado&#10;&#10;Descrição gerada automaticamente">
            <a:extLst>
              <a:ext uri="{FF2B5EF4-FFF2-40B4-BE49-F238E27FC236}">
                <a16:creationId xmlns:a16="http://schemas.microsoft.com/office/drawing/2014/main" id="{2E92C8C0-F8A0-1607-68BF-9865CE9263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5" r="13250" b="1"/>
          <a:stretch/>
        </p:blipFill>
        <p:spPr>
          <a:xfrm>
            <a:off x="636915" y="1116044"/>
            <a:ext cx="6915663" cy="4629599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2181792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67E248-EEFD-A54F-9584-6A0A3372C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8838" y="-919860"/>
            <a:ext cx="8271187" cy="312811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 err="1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Visão</a:t>
            </a:r>
            <a:r>
              <a:rPr lang="en-US" dirty="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 do </a:t>
            </a:r>
            <a:r>
              <a:rPr lang="en-US" dirty="0" err="1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produto</a:t>
            </a:r>
            <a:endParaRPr lang="en-US" dirty="0">
              <a:effectLst>
                <a:glow rad="38100">
                  <a:schemeClr val="bg1">
                    <a:lumMod val="65000"/>
                    <a:lumOff val="35000"/>
                    <a:alpha val="50000"/>
                  </a:schemeClr>
                </a:glow>
                <a:outerShdw blurRad="28575" dist="31750" dir="13200000" algn="tl" rotWithShape="0">
                  <a:srgbClr val="000000">
                    <a:alpha val="25000"/>
                  </a:srgbClr>
                </a:outerShdw>
              </a:effectLst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1746951-D539-3256-7353-2682E9CF2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54215" y="2726323"/>
            <a:ext cx="8271187" cy="272399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en-US" sz="1800" dirty="0"/>
              <a:t>O </a:t>
            </a:r>
            <a:r>
              <a:rPr lang="en-US" sz="1800" dirty="0" err="1"/>
              <a:t>EasyDrive</a:t>
            </a:r>
            <a:r>
              <a:rPr lang="en-US" sz="1800" dirty="0"/>
              <a:t> tem </a:t>
            </a:r>
            <a:r>
              <a:rPr lang="en-US" sz="1800" dirty="0" err="1"/>
              <a:t>por</a:t>
            </a:r>
            <a:r>
              <a:rPr lang="en-US" sz="1800" dirty="0"/>
              <a:t> </a:t>
            </a:r>
            <a:r>
              <a:rPr lang="en-US" sz="1800" dirty="0" err="1"/>
              <a:t>objetivo</a:t>
            </a:r>
            <a:r>
              <a:rPr lang="en-US" sz="1800" dirty="0"/>
              <a:t> </a:t>
            </a:r>
            <a:r>
              <a:rPr lang="en-US" sz="1800" dirty="0" err="1"/>
              <a:t>tornar</a:t>
            </a:r>
            <a:r>
              <a:rPr lang="en-US" sz="1800" dirty="0"/>
              <a:t> a </a:t>
            </a:r>
            <a:r>
              <a:rPr lang="en-US" sz="1800" dirty="0" err="1"/>
              <a:t>gestão</a:t>
            </a:r>
            <a:r>
              <a:rPr lang="en-US" sz="1800" dirty="0"/>
              <a:t> </a:t>
            </a:r>
            <a:r>
              <a:rPr lang="en-US" sz="1800" dirty="0" err="1"/>
              <a:t>mais</a:t>
            </a:r>
            <a:r>
              <a:rPr lang="en-US" sz="1800" dirty="0"/>
              <a:t> </a:t>
            </a:r>
            <a:r>
              <a:rPr lang="en-US" sz="1800" dirty="0" err="1"/>
              <a:t>ágil</a:t>
            </a:r>
            <a:r>
              <a:rPr lang="en-US" sz="1800" dirty="0"/>
              <a:t>, </a:t>
            </a:r>
            <a:r>
              <a:rPr lang="en-US" sz="1800" dirty="0" err="1"/>
              <a:t>melhorar</a:t>
            </a:r>
            <a:r>
              <a:rPr lang="en-US" sz="1800" dirty="0"/>
              <a:t> o </a:t>
            </a:r>
            <a:r>
              <a:rPr lang="en-US" sz="1800" dirty="0" err="1"/>
              <a:t>controle</a:t>
            </a:r>
            <a:r>
              <a:rPr lang="en-US" sz="1800" dirty="0"/>
              <a:t> de estoque de </a:t>
            </a:r>
            <a:r>
              <a:rPr lang="en-US" sz="1800" dirty="0" err="1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veículos</a:t>
            </a:r>
            <a:r>
              <a:rPr lang="en-US" sz="1800" dirty="0"/>
              <a:t>, </a:t>
            </a:r>
            <a:r>
              <a:rPr lang="en-US" sz="1800" dirty="0" err="1"/>
              <a:t>tornar</a:t>
            </a:r>
            <a:r>
              <a:rPr lang="en-US" sz="1800" dirty="0"/>
              <a:t> </a:t>
            </a:r>
            <a:r>
              <a:rPr lang="en-US" sz="1800" dirty="0" err="1"/>
              <a:t>mais</a:t>
            </a:r>
            <a:r>
              <a:rPr lang="en-US" sz="1800" dirty="0"/>
              <a:t> </a:t>
            </a:r>
            <a:r>
              <a:rPr lang="en-US" sz="1800" dirty="0" err="1"/>
              <a:t>fácil</a:t>
            </a:r>
            <a:r>
              <a:rPr lang="en-US" sz="1800" dirty="0"/>
              <a:t> a </a:t>
            </a:r>
            <a:r>
              <a:rPr lang="en-US" sz="1800" dirty="0" err="1"/>
              <a:t>revenda</a:t>
            </a:r>
            <a:r>
              <a:rPr lang="en-US" sz="1800" dirty="0"/>
              <a:t> para </a:t>
            </a:r>
            <a:r>
              <a:rPr lang="en-US" sz="1800" dirty="0" err="1"/>
              <a:t>clientes</a:t>
            </a:r>
            <a:r>
              <a:rPr lang="en-US" sz="1800" dirty="0"/>
              <a:t> e </a:t>
            </a:r>
            <a:r>
              <a:rPr lang="en-US" sz="1800" dirty="0" err="1"/>
              <a:t>também</a:t>
            </a:r>
            <a:r>
              <a:rPr lang="pt-BR" sz="1800" dirty="0"/>
              <a:t> compreender as funcionalidades principais, como cadastro de veículos, gestão de estoque, vendas, bem como a identificação dos usuários e suas funções dentro do sistema (gerente, vendedor ou cliente).</a:t>
            </a:r>
          </a:p>
          <a:p>
            <a:pPr algn="just">
              <a:lnSpc>
                <a:spcPct val="90000"/>
              </a:lnSpc>
            </a:pPr>
            <a:endParaRPr lang="pt-BR" sz="1800" dirty="0"/>
          </a:p>
          <a:p>
            <a:pPr algn="just">
              <a:lnSpc>
                <a:spcPct val="90000"/>
              </a:lnSpc>
            </a:pPr>
            <a:r>
              <a:rPr lang="en-US" sz="1800" b="1" dirty="0"/>
              <a:t>Stakeholders: </a:t>
            </a:r>
            <a:r>
              <a:rPr lang="en-US" sz="1800" dirty="0" err="1"/>
              <a:t>dono</a:t>
            </a:r>
            <a:r>
              <a:rPr lang="en-US" sz="1800" dirty="0"/>
              <a:t> da locadora, Gestor de </a:t>
            </a:r>
            <a:r>
              <a:rPr lang="en-US" sz="1800" dirty="0" err="1"/>
              <a:t>frota</a:t>
            </a:r>
            <a:r>
              <a:rPr lang="en-US" sz="1800" dirty="0"/>
              <a:t>, </a:t>
            </a:r>
            <a:r>
              <a:rPr lang="en-US" sz="1800" dirty="0" err="1"/>
              <a:t>vendedores</a:t>
            </a:r>
            <a:r>
              <a:rPr lang="en-US" sz="1800" dirty="0"/>
              <a:t> e </a:t>
            </a:r>
            <a:r>
              <a:rPr lang="en-US" sz="1800" dirty="0" err="1"/>
              <a:t>clientes</a:t>
            </a:r>
            <a:r>
              <a:rPr lang="en-US" sz="1800" dirty="0"/>
              <a:t>.</a:t>
            </a:r>
          </a:p>
          <a:p>
            <a:pPr algn="ctr">
              <a:lnSpc>
                <a:spcPct val="90000"/>
              </a:lnSpc>
            </a:pPr>
            <a:endParaRPr lang="en-US" sz="1600" dirty="0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46D23AC7-5D0C-4D3B-9A27-06F5B1218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86934" cy="6858000"/>
          </a:xfrm>
          <a:prstGeom prst="rect">
            <a:avLst/>
          </a:prstGeom>
          <a:solidFill>
            <a:srgbClr val="363D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A25B9C01-EDEA-4745-A667-008D9674D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2373892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13" name="Straight Connector 15">
            <a:extLst>
              <a:ext uri="{FF2B5EF4-FFF2-40B4-BE49-F238E27FC236}">
                <a16:creationId xmlns:a16="http://schemas.microsoft.com/office/drawing/2014/main" id="{E966FAFD-37CD-48B5-809E-49FBFBCAE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284975" y="0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outerShdw blurRad="57150" dist="25400" dir="9600000" algn="l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Rectangle 17">
            <a:extLst>
              <a:ext uri="{FF2B5EF4-FFF2-40B4-BE49-F238E27FC236}">
                <a16:creationId xmlns:a16="http://schemas.microsoft.com/office/drawing/2014/main" id="{445353E2-B25B-4763-9751-C89AD9FBF1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5065" y="1"/>
            <a:ext cx="1286934" cy="6858000"/>
          </a:xfrm>
          <a:prstGeom prst="rect">
            <a:avLst/>
          </a:prstGeom>
          <a:solidFill>
            <a:srgbClr val="363D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9">
            <a:extLst>
              <a:ext uri="{FF2B5EF4-FFF2-40B4-BE49-F238E27FC236}">
                <a16:creationId xmlns:a16="http://schemas.microsoft.com/office/drawing/2014/main" id="{5AA1B548-375C-47D8-9F3A-BE6E9569F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709268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19" name="Straight Connector 21">
            <a:extLst>
              <a:ext uri="{FF2B5EF4-FFF2-40B4-BE49-F238E27FC236}">
                <a16:creationId xmlns:a16="http://schemas.microsoft.com/office/drawing/2014/main" id="{924D25FA-1F8D-4CB9-A5C3-C5A6AC9E3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0894641" y="1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outerShdw blurRad="57150" dist="25400" algn="l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629207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CA2EB72-13DC-4DC6-B461-3B036C55B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43467"/>
            <a:ext cx="10905066" cy="5571066"/>
          </a:xfrm>
          <a:prstGeom prst="roundRect">
            <a:avLst>
              <a:gd name="adj" fmla="val 2627"/>
            </a:avLst>
          </a:prstGeom>
          <a:solidFill>
            <a:schemeClr val="bg2">
              <a:lumMod val="75000"/>
            </a:schemeClr>
          </a:solidFill>
          <a:ln w="44450">
            <a:gradFill>
              <a:gsLst>
                <a:gs pos="0">
                  <a:schemeClr val="bg2">
                    <a:alpha val="65000"/>
                  </a:schemeClr>
                </a:gs>
                <a:gs pos="98000">
                  <a:schemeClr val="bg2">
                    <a:lumMod val="75000"/>
                    <a:alpha val="55000"/>
                  </a:schemeClr>
                </a:gs>
              </a:gsLst>
              <a:lin ang="5400000" scaled="1"/>
            </a:gradFill>
          </a:ln>
          <a:effectLst>
            <a:innerShdw blurRad="63500" dist="508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E8ABCFE4-8A0E-636B-0100-0A4A830AA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965199"/>
            <a:ext cx="6075552" cy="4918075"/>
          </a:xfr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EQUIPE</a:t>
            </a:r>
            <a:endParaRPr lang="en-US" sz="5400" b="0" dirty="0">
              <a:gradFill flip="none" rotWithShape="1">
                <a:gsLst>
                  <a:gs pos="0">
                    <a:schemeClr val="tx1"/>
                  </a:gs>
                  <a:gs pos="100000">
                    <a:schemeClr val="tx1">
                      <a:lumMod val="65000"/>
                    </a:schemeClr>
                  </a:gs>
                </a:gsLst>
                <a:lin ang="5580000" scaled="0"/>
                <a:tileRect/>
              </a:gradFill>
              <a:effectLst>
                <a:glow rad="38100">
                  <a:schemeClr val="bg1">
                    <a:lumMod val="65000"/>
                    <a:lumOff val="35000"/>
                    <a:alpha val="50000"/>
                  </a:schemeClr>
                </a:glow>
                <a:outerShdw blurRad="28575" dist="31750" dir="132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24039FC-6770-6E09-42B4-B084FCEE5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91121" y="965199"/>
            <a:ext cx="2950765" cy="491807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endParaRPr lang="en-US" sz="21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F75BF3-096E-451E-A222-96A7F0946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8699" y="2011680"/>
            <a:ext cx="0" cy="283464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9737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>
          <a:xfrm>
            <a:off x="821816" y="488272"/>
            <a:ext cx="10630377" cy="5779363"/>
          </a:xfrm>
        </p:spPr>
        <p:txBody>
          <a:bodyPr>
            <a:normAutofit fontScale="85000" lnSpcReduction="20000"/>
          </a:bodyPr>
          <a:lstStyle/>
          <a:p>
            <a:pPr marL="342900" lvl="0" indent="-342900"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pt-BR" sz="1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Scrum Master</a:t>
            </a:r>
            <a:r>
              <a:rPr lang="pt-BR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pt-BR" sz="1800" kern="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Atribuições</a:t>
            </a:r>
            <a:r>
              <a:rPr lang="pt-BR" sz="16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Promover e garantir que o Scrum seja entendido e bem aplicado, facilitar os eventos do Scrum durante o projeto, remover impedimentos para a equipe e auxiliar o </a:t>
            </a:r>
            <a:r>
              <a:rPr lang="pt-BR" sz="16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r>
              <a:rPr lang="pt-BR" sz="16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Owner</a:t>
            </a:r>
            <a:r>
              <a:rPr lang="pt-BR" sz="16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1600" kern="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Responsável</a:t>
            </a:r>
            <a:r>
              <a:rPr lang="pt-BR" sz="16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Luan Gonçalves</a:t>
            </a:r>
            <a:endParaRPr lang="pt-BR" sz="1600" kern="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pt-BR" sz="1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UX/UI Designer:</a:t>
            </a:r>
            <a:endParaRPr lang="pt-BR" sz="1800" kern="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Atribuições</a:t>
            </a:r>
            <a:r>
              <a:rPr lang="pt-BR" sz="16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Criar o design das telas, </a:t>
            </a:r>
            <a:r>
              <a:rPr lang="pt-BR" sz="16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prototipar</a:t>
            </a:r>
            <a:r>
              <a:rPr lang="pt-BR" sz="16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interfaces, definir a experiência do usuário e garantir a usabilidade do sistema.</a:t>
            </a:r>
            <a:endParaRPr lang="pt-BR" sz="1600" kern="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Responsável</a:t>
            </a:r>
            <a:r>
              <a:rPr lang="pt-BR" sz="16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Sabrina Rosa.</a:t>
            </a:r>
            <a:endParaRPr lang="pt-BR" sz="1600" kern="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pt-BR" sz="1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Desenvolvedor Front-</a:t>
            </a:r>
            <a:r>
              <a:rPr lang="pt-BR" sz="1800" b="1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pt-BR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pt-BR" sz="1800" kern="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Atribuições</a:t>
            </a:r>
            <a:r>
              <a:rPr lang="pt-BR" sz="16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Implementar as interfaces visuais juntamente com o UX/UI e garantir que a interação do usuário seja intuitiva.</a:t>
            </a:r>
            <a:endParaRPr lang="pt-BR" sz="1600" kern="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Responsável</a:t>
            </a:r>
            <a:r>
              <a:rPr lang="pt-BR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Ygor </a:t>
            </a:r>
            <a:r>
              <a:rPr lang="pt-BR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Bueker</a:t>
            </a:r>
            <a:endParaRPr lang="pt-BR" kern="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pt-BR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Desenvolvedor Back-</a:t>
            </a:r>
            <a:r>
              <a:rPr lang="pt-BR" b="1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pt-BR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pt-BR" kern="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Atribuições</a:t>
            </a:r>
            <a:r>
              <a:rPr lang="pt-BR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Implementar a lógica de negócio e as funcionalidades do sistema, gerenciando a integração com o banco de dados e controle de operações no servidor.</a:t>
            </a:r>
            <a:endParaRPr lang="pt-BR" kern="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Responsáveis</a:t>
            </a:r>
            <a:r>
              <a:rPr lang="pt-BR" sz="16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Kaio </a:t>
            </a:r>
            <a:r>
              <a:rPr lang="pt-BR" sz="16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Brocco</a:t>
            </a:r>
            <a:r>
              <a:rPr lang="pt-BR" sz="16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 Matheus Santana</a:t>
            </a:r>
            <a:endParaRPr lang="pt-BR" sz="1600" kern="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pt-BR" sz="1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Testador de Software</a:t>
            </a:r>
            <a:r>
              <a:rPr lang="pt-BR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pt-BR" sz="1800" kern="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Atribuições</a:t>
            </a:r>
            <a:r>
              <a:rPr lang="pt-BR" sz="16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Garantir a qualidade do sistema, desenvolvendo e executando testes automatizados e manuais para verificar suas funcionalidades em cada sprint.</a:t>
            </a:r>
            <a:endParaRPr lang="pt-BR" sz="1600" kern="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Responsável</a:t>
            </a:r>
            <a:r>
              <a:rPr lang="pt-BR" sz="16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Sidney Junior.</a:t>
            </a:r>
            <a:endParaRPr lang="pt-BR" sz="1600" kern="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5046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8ABCFE4-8A0E-636B-0100-0A4A830AA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965199"/>
            <a:ext cx="6075552" cy="4918075"/>
          </a:xfr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b="0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Product Backlog 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24039FC-6770-6E09-42B4-B084FCEE5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91121" y="965199"/>
            <a:ext cx="3314435" cy="491807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2100" dirty="0" err="1"/>
              <a:t>Funcionalidades</a:t>
            </a:r>
            <a:endParaRPr lang="en-US" sz="2100" dirty="0"/>
          </a:p>
          <a:p>
            <a:pPr algn="l"/>
            <a:r>
              <a:rPr lang="en-US" sz="2100" dirty="0" err="1"/>
              <a:t>Estimar</a:t>
            </a:r>
            <a:r>
              <a:rPr lang="en-US" sz="2100" dirty="0"/>
              <a:t> </a:t>
            </a:r>
            <a:r>
              <a:rPr lang="en-US" sz="2100" dirty="0" err="1"/>
              <a:t>esforços</a:t>
            </a:r>
            <a:r>
              <a:rPr lang="en-US" sz="2100" dirty="0"/>
              <a:t> para as Users Stories</a:t>
            </a:r>
          </a:p>
          <a:p>
            <a:pPr algn="l"/>
            <a:r>
              <a:rPr lang="en-US" sz="2100" dirty="0" err="1"/>
              <a:t>Revisar</a:t>
            </a:r>
            <a:r>
              <a:rPr lang="en-US" sz="2100" dirty="0"/>
              <a:t> e </a:t>
            </a:r>
            <a:r>
              <a:rPr lang="en-US" sz="2100" dirty="0" err="1"/>
              <a:t>refinar</a:t>
            </a:r>
            <a:endParaRPr lang="en-US" sz="2100" dirty="0"/>
          </a:p>
          <a:p>
            <a:pPr algn="l"/>
            <a:r>
              <a:rPr lang="en-US" sz="2100" dirty="0" err="1"/>
              <a:t>transparência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1996115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CA2EB72-13DC-4DC6-B461-3B036C55B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43467"/>
            <a:ext cx="10905066" cy="5571066"/>
          </a:xfrm>
          <a:prstGeom prst="roundRect">
            <a:avLst>
              <a:gd name="adj" fmla="val 2627"/>
            </a:avLst>
          </a:prstGeom>
          <a:solidFill>
            <a:schemeClr val="bg2">
              <a:lumMod val="75000"/>
            </a:schemeClr>
          </a:solidFill>
          <a:ln w="44450">
            <a:gradFill>
              <a:gsLst>
                <a:gs pos="0">
                  <a:schemeClr val="bg2">
                    <a:alpha val="65000"/>
                  </a:schemeClr>
                </a:gs>
                <a:gs pos="98000">
                  <a:schemeClr val="bg2">
                    <a:lumMod val="75000"/>
                    <a:alpha val="55000"/>
                  </a:schemeClr>
                </a:gs>
              </a:gsLst>
              <a:lin ang="5400000" scaled="1"/>
            </a:gradFill>
          </a:ln>
          <a:effectLst>
            <a:innerShdw blurRad="63500" dist="508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F75BF3-096E-451E-A222-96A7F0946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8699" y="2011680"/>
            <a:ext cx="0" cy="283464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m 2">
            <a:extLst>
              <a:ext uri="{FF2B5EF4-FFF2-40B4-BE49-F238E27FC236}">
                <a16:creationId xmlns:a16="http://schemas.microsoft.com/office/drawing/2014/main" id="{2FD047A9-D426-F5C0-CA0A-170CE4B0D3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554" y="1169636"/>
            <a:ext cx="10190891" cy="4894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74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67E248-EEFD-A54F-9584-6A0A3372C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8838" y="-919860"/>
            <a:ext cx="8271187" cy="312811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b="0" dirty="0" err="1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Estimar</a:t>
            </a:r>
            <a:r>
              <a:rPr lang="en-US" b="0" dirty="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 </a:t>
            </a:r>
            <a:r>
              <a:rPr lang="en-US" b="0" dirty="0" err="1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esforços</a:t>
            </a:r>
            <a:r>
              <a:rPr lang="en-US" b="0" dirty="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 para as Users Stories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1746951-D539-3256-7353-2682E9CF2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86336" y="2939387"/>
            <a:ext cx="8271187" cy="17103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en-US" sz="1800" dirty="0" err="1"/>
              <a:t>Depois</a:t>
            </a:r>
            <a:r>
              <a:rPr lang="en-US" sz="1800" dirty="0"/>
              <a:t> de </a:t>
            </a:r>
            <a:r>
              <a:rPr lang="en-US" sz="1800" dirty="0" err="1"/>
              <a:t>definirmos</a:t>
            </a:r>
            <a:r>
              <a:rPr lang="en-US" sz="1800" dirty="0"/>
              <a:t> </a:t>
            </a:r>
            <a:r>
              <a:rPr lang="en-US" sz="1800" dirty="0" err="1"/>
              <a:t>claramente</a:t>
            </a:r>
            <a:r>
              <a:rPr lang="en-US" sz="1800" dirty="0"/>
              <a:t> quais </a:t>
            </a:r>
            <a:r>
              <a:rPr lang="en-US" sz="1800" dirty="0" err="1"/>
              <a:t>são</a:t>
            </a:r>
            <a:r>
              <a:rPr lang="en-US" sz="1800" dirty="0"/>
              <a:t> as Users Stories </a:t>
            </a:r>
            <a:r>
              <a:rPr lang="en-US" sz="1800" dirty="0" err="1"/>
              <a:t>vamos</a:t>
            </a:r>
            <a:r>
              <a:rPr lang="en-US" sz="1800" dirty="0"/>
              <a:t> </a:t>
            </a:r>
            <a:r>
              <a:rPr lang="en-US" sz="1800" dirty="0" err="1"/>
              <a:t>quebrá</a:t>
            </a:r>
            <a:r>
              <a:rPr lang="en-US" sz="1800" dirty="0"/>
              <a:t>-las </a:t>
            </a:r>
            <a:r>
              <a:rPr lang="en-US" sz="1800" dirty="0" err="1"/>
              <a:t>em</a:t>
            </a:r>
            <a:r>
              <a:rPr lang="en-US" sz="1800" dirty="0"/>
              <a:t> partes </a:t>
            </a:r>
            <a:r>
              <a:rPr lang="en-US" sz="1800" dirty="0" err="1"/>
              <a:t>menores</a:t>
            </a:r>
            <a:r>
              <a:rPr lang="en-US" sz="1800" dirty="0"/>
              <a:t> e utilizer a </a:t>
            </a:r>
            <a:r>
              <a:rPr lang="en-US" sz="1800" dirty="0" err="1"/>
              <a:t>técnica</a:t>
            </a:r>
            <a:r>
              <a:rPr lang="en-US" sz="1800" dirty="0"/>
              <a:t> Planning Poker, T-shirt sizes </a:t>
            </a:r>
            <a:r>
              <a:rPr lang="en-US" sz="1800" dirty="0" err="1"/>
              <a:t>ou</a:t>
            </a:r>
            <a:r>
              <a:rPr lang="en-US" sz="1800" dirty="0"/>
              <a:t> story points para </a:t>
            </a:r>
            <a:r>
              <a:rPr lang="en-US" sz="1800" dirty="0" err="1"/>
              <a:t>estimar</a:t>
            </a:r>
            <a:r>
              <a:rPr lang="en-US" sz="1800" dirty="0"/>
              <a:t> o </a:t>
            </a:r>
            <a:r>
              <a:rPr lang="en-US" sz="1800" dirty="0" err="1"/>
              <a:t>esforço</a:t>
            </a:r>
            <a:r>
              <a:rPr lang="en-US" sz="1800" dirty="0"/>
              <a:t> e o tempo para </a:t>
            </a:r>
            <a:r>
              <a:rPr lang="en-US" sz="1800" dirty="0" err="1"/>
              <a:t>cada</a:t>
            </a:r>
            <a:r>
              <a:rPr lang="en-US" sz="1800" dirty="0"/>
              <a:t> user story.</a:t>
            </a:r>
            <a:endParaRPr lang="en-US" sz="1800" b="1" dirty="0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46D23AC7-5D0C-4D3B-9A27-06F5B1218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86934" cy="6858000"/>
          </a:xfrm>
          <a:prstGeom prst="rect">
            <a:avLst/>
          </a:prstGeom>
          <a:solidFill>
            <a:srgbClr val="363D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A25B9C01-EDEA-4745-A667-008D9674D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2373892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13" name="Straight Connector 15">
            <a:extLst>
              <a:ext uri="{FF2B5EF4-FFF2-40B4-BE49-F238E27FC236}">
                <a16:creationId xmlns:a16="http://schemas.microsoft.com/office/drawing/2014/main" id="{E966FAFD-37CD-48B5-809E-49FBFBCAE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284975" y="0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outerShdw blurRad="57150" dist="25400" dir="9600000" algn="l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Rectangle 17">
            <a:extLst>
              <a:ext uri="{FF2B5EF4-FFF2-40B4-BE49-F238E27FC236}">
                <a16:creationId xmlns:a16="http://schemas.microsoft.com/office/drawing/2014/main" id="{445353E2-B25B-4763-9751-C89AD9FBF1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5065" y="1"/>
            <a:ext cx="1286934" cy="6858000"/>
          </a:xfrm>
          <a:prstGeom prst="rect">
            <a:avLst/>
          </a:prstGeom>
          <a:solidFill>
            <a:srgbClr val="363D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9">
            <a:extLst>
              <a:ext uri="{FF2B5EF4-FFF2-40B4-BE49-F238E27FC236}">
                <a16:creationId xmlns:a16="http://schemas.microsoft.com/office/drawing/2014/main" id="{5AA1B548-375C-47D8-9F3A-BE6E9569F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709268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19" name="Straight Connector 21">
            <a:extLst>
              <a:ext uri="{FF2B5EF4-FFF2-40B4-BE49-F238E27FC236}">
                <a16:creationId xmlns:a16="http://schemas.microsoft.com/office/drawing/2014/main" id="{924D25FA-1F8D-4CB9-A5C3-C5A6AC9E3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0894641" y="1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outerShdw blurRad="57150" dist="25400" algn="l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77700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67E248-EEFD-A54F-9584-6A0A3372C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8838" y="-919860"/>
            <a:ext cx="8271187" cy="312811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b="0" dirty="0" err="1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Revisar</a:t>
            </a:r>
            <a:r>
              <a:rPr lang="en-US" b="0" dirty="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 e </a:t>
            </a:r>
            <a:r>
              <a:rPr lang="en-US" b="0" dirty="0" err="1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refinar</a:t>
            </a:r>
            <a:endParaRPr lang="en-US" b="0" dirty="0">
              <a:effectLst>
                <a:glow rad="38100">
                  <a:schemeClr val="bg1">
                    <a:lumMod val="65000"/>
                    <a:lumOff val="35000"/>
                    <a:alpha val="50000"/>
                  </a:schemeClr>
                </a:glow>
                <a:outerShdw blurRad="28575" dist="31750" dir="13200000" algn="tl" rotWithShape="0">
                  <a:srgbClr val="000000">
                    <a:alpha val="25000"/>
                  </a:srgbClr>
                </a:outerShdw>
              </a:effectLst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1746951-D539-3256-7353-2682E9CF2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86336" y="2939387"/>
            <a:ext cx="8271187" cy="17103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Faremos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reuniões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a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cada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sprint para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garantir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que o backlog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esteja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sempre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atualizado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,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quando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tivermos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alguma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dificuldade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no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progresso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, 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caso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haja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a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mudança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de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algum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recurso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(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pessoas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ou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equipamentos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) e no final de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cada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ciclo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de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desenvolvimento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(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planejamento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,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desenvolvimento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, teste,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implementação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e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manutenção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).</a:t>
            </a: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46D23AC7-5D0C-4D3B-9A27-06F5B1218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86934" cy="6858000"/>
          </a:xfrm>
          <a:prstGeom prst="rect">
            <a:avLst/>
          </a:prstGeom>
          <a:solidFill>
            <a:srgbClr val="363D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A25B9C01-EDEA-4745-A667-008D9674D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2373892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13" name="Straight Connector 15">
            <a:extLst>
              <a:ext uri="{FF2B5EF4-FFF2-40B4-BE49-F238E27FC236}">
                <a16:creationId xmlns:a16="http://schemas.microsoft.com/office/drawing/2014/main" id="{E966FAFD-37CD-48B5-809E-49FBFBCAE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284975" y="0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outerShdw blurRad="57150" dist="25400" dir="9600000" algn="l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Rectangle 17">
            <a:extLst>
              <a:ext uri="{FF2B5EF4-FFF2-40B4-BE49-F238E27FC236}">
                <a16:creationId xmlns:a16="http://schemas.microsoft.com/office/drawing/2014/main" id="{445353E2-B25B-4763-9751-C89AD9FBF1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5065" y="1"/>
            <a:ext cx="1286934" cy="6858000"/>
          </a:xfrm>
          <a:prstGeom prst="rect">
            <a:avLst/>
          </a:prstGeom>
          <a:solidFill>
            <a:srgbClr val="363D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9">
            <a:extLst>
              <a:ext uri="{FF2B5EF4-FFF2-40B4-BE49-F238E27FC236}">
                <a16:creationId xmlns:a16="http://schemas.microsoft.com/office/drawing/2014/main" id="{5AA1B548-375C-47D8-9F3A-BE6E9569F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709268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19" name="Straight Connector 21">
            <a:extLst>
              <a:ext uri="{FF2B5EF4-FFF2-40B4-BE49-F238E27FC236}">
                <a16:creationId xmlns:a16="http://schemas.microsoft.com/office/drawing/2014/main" id="{924D25FA-1F8D-4CB9-A5C3-C5A6AC9E3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0894641" y="1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outerShdw blurRad="57150" dist="25400" algn="l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768844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67E248-EEFD-A54F-9584-6A0A3372C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8838" y="-919860"/>
            <a:ext cx="8271187" cy="312811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b="0" dirty="0" err="1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transparência</a:t>
            </a:r>
            <a:endParaRPr lang="en-US" b="0" dirty="0">
              <a:effectLst>
                <a:glow rad="38100">
                  <a:schemeClr val="bg1">
                    <a:lumMod val="65000"/>
                    <a:lumOff val="35000"/>
                    <a:alpha val="50000"/>
                  </a:schemeClr>
                </a:glow>
                <a:outerShdw blurRad="28575" dist="31750" dir="13200000" algn="tl" rotWithShape="0">
                  <a:srgbClr val="000000">
                    <a:alpha val="25000"/>
                  </a:srgbClr>
                </a:outerShdw>
              </a:effectLst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1746951-D539-3256-7353-2682E9CF2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86336" y="2939387"/>
            <a:ext cx="8271187" cy="203573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Nosso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backlog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terá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acesso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aberto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para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os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membros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da equipe e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os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Stakeholders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usando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Azure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Devops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,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faremos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reúniões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frequentemente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para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revisar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o backlog,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terá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documentação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clara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para o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entendimento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de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todos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,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vamos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incentivar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a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comunicação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através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de feedback para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ajustarmos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o backlog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caso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necessário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e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vamos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utilizar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Kanban para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medir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o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progresso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do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projeto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.</a:t>
            </a: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46D23AC7-5D0C-4D3B-9A27-06F5B1218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86934" cy="6858000"/>
          </a:xfrm>
          <a:prstGeom prst="rect">
            <a:avLst/>
          </a:prstGeom>
          <a:solidFill>
            <a:srgbClr val="363D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A25B9C01-EDEA-4745-A667-008D9674D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2373892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13" name="Straight Connector 15">
            <a:extLst>
              <a:ext uri="{FF2B5EF4-FFF2-40B4-BE49-F238E27FC236}">
                <a16:creationId xmlns:a16="http://schemas.microsoft.com/office/drawing/2014/main" id="{E966FAFD-37CD-48B5-809E-49FBFBCAE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284975" y="0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outerShdw blurRad="57150" dist="25400" dir="9600000" algn="l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Rectangle 17">
            <a:extLst>
              <a:ext uri="{FF2B5EF4-FFF2-40B4-BE49-F238E27FC236}">
                <a16:creationId xmlns:a16="http://schemas.microsoft.com/office/drawing/2014/main" id="{445353E2-B25B-4763-9751-C89AD9FBF1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5065" y="1"/>
            <a:ext cx="1286934" cy="6858000"/>
          </a:xfrm>
          <a:prstGeom prst="rect">
            <a:avLst/>
          </a:prstGeom>
          <a:solidFill>
            <a:srgbClr val="363D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9">
            <a:extLst>
              <a:ext uri="{FF2B5EF4-FFF2-40B4-BE49-F238E27FC236}">
                <a16:creationId xmlns:a16="http://schemas.microsoft.com/office/drawing/2014/main" id="{5AA1B548-375C-47D8-9F3A-BE6E9569F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709268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19" name="Straight Connector 21">
            <a:extLst>
              <a:ext uri="{FF2B5EF4-FFF2-40B4-BE49-F238E27FC236}">
                <a16:creationId xmlns:a16="http://schemas.microsoft.com/office/drawing/2014/main" id="{924D25FA-1F8D-4CB9-A5C3-C5A6AC9E3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0894641" y="1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outerShdw blurRad="57150" dist="25400" algn="l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542082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CA2EB72-13DC-4DC6-B461-3B036C55B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43467"/>
            <a:ext cx="10905066" cy="5571066"/>
          </a:xfrm>
          <a:prstGeom prst="roundRect">
            <a:avLst>
              <a:gd name="adj" fmla="val 2627"/>
            </a:avLst>
          </a:prstGeom>
          <a:solidFill>
            <a:schemeClr val="bg2">
              <a:lumMod val="75000"/>
            </a:schemeClr>
          </a:solidFill>
          <a:ln w="44450">
            <a:gradFill>
              <a:gsLst>
                <a:gs pos="0">
                  <a:schemeClr val="bg2">
                    <a:alpha val="65000"/>
                  </a:schemeClr>
                </a:gs>
                <a:gs pos="98000">
                  <a:schemeClr val="bg2">
                    <a:lumMod val="75000"/>
                    <a:alpha val="55000"/>
                  </a:schemeClr>
                </a:gs>
              </a:gsLst>
              <a:lin ang="5400000" scaled="1"/>
            </a:gradFill>
          </a:ln>
          <a:effectLst>
            <a:innerShdw blurRad="63500" dist="508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E8ABCFE4-8A0E-636B-0100-0A4A830AA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965199"/>
            <a:ext cx="6075552" cy="4918075"/>
          </a:xfr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Plano de </a:t>
            </a:r>
            <a:r>
              <a:rPr lang="en-US" sz="5400" dirty="0" err="1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entrega</a:t>
            </a:r>
            <a:r>
              <a:rPr lang="en-US" sz="5400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 das </a:t>
            </a:r>
            <a:r>
              <a:rPr lang="en-US" sz="5400" dirty="0" err="1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versões</a:t>
            </a:r>
            <a:endParaRPr lang="en-US" sz="5400" b="0" dirty="0">
              <a:gradFill flip="none" rotWithShape="1">
                <a:gsLst>
                  <a:gs pos="0">
                    <a:schemeClr val="tx1"/>
                  </a:gs>
                  <a:gs pos="100000">
                    <a:schemeClr val="tx1">
                      <a:lumMod val="65000"/>
                    </a:schemeClr>
                  </a:gs>
                </a:gsLst>
                <a:lin ang="5580000" scaled="0"/>
                <a:tileRect/>
              </a:gradFill>
              <a:effectLst>
                <a:glow rad="38100">
                  <a:schemeClr val="bg1">
                    <a:lumMod val="65000"/>
                    <a:lumOff val="35000"/>
                    <a:alpha val="50000"/>
                  </a:schemeClr>
                </a:glow>
                <a:outerShdw blurRad="28575" dist="31750" dir="132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24039FC-6770-6E09-42B4-B084FCEE5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91121" y="965199"/>
            <a:ext cx="2950765" cy="491807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2100" dirty="0" err="1"/>
              <a:t>Versões</a:t>
            </a:r>
            <a:r>
              <a:rPr lang="en-US" sz="2100" dirty="0"/>
              <a:t>:</a:t>
            </a:r>
          </a:p>
          <a:p>
            <a:pPr algn="l"/>
            <a:r>
              <a:rPr lang="en-US" sz="2100" dirty="0"/>
              <a:t>Alfa</a:t>
            </a:r>
          </a:p>
          <a:p>
            <a:pPr algn="l"/>
            <a:r>
              <a:rPr lang="en-US" sz="2100" dirty="0"/>
              <a:t>Beta</a:t>
            </a:r>
          </a:p>
          <a:p>
            <a:pPr algn="l"/>
            <a:r>
              <a:rPr lang="en-US" sz="2100" dirty="0" err="1"/>
              <a:t>Definitiva</a:t>
            </a:r>
            <a:endParaRPr lang="en-US" sz="21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F75BF3-096E-451E-A222-96A7F0946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8699" y="2011680"/>
            <a:ext cx="0" cy="283464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4498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1746951-D539-3256-7353-2682E9CF2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08838" y="1861351"/>
            <a:ext cx="8048685" cy="385424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Alfa: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Funcionalidades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básicas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de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cadastro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de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veículo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e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cliente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,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além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da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gestão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da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locação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.</a:t>
            </a:r>
          </a:p>
          <a:p>
            <a:pPr algn="just">
              <a:lnSpc>
                <a:spcPct val="90000"/>
              </a:lnSpc>
            </a:pPr>
            <a:endParaRPr lang="en-US" sz="18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</a:endParaRPr>
          </a:p>
          <a:p>
            <a:pPr algn="just">
              <a:lnSpc>
                <a:spcPct val="90000"/>
              </a:lnSpc>
            </a:pP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Beta: Controle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financeiro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completo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e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sistema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de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manutenção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de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veículos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.</a:t>
            </a:r>
          </a:p>
          <a:p>
            <a:pPr algn="just">
              <a:lnSpc>
                <a:spcPct val="90000"/>
              </a:lnSpc>
            </a:pPr>
            <a:endParaRPr lang="en-US" sz="18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</a:endParaRPr>
          </a:p>
          <a:p>
            <a:pPr algn="just">
              <a:lnSpc>
                <a:spcPct val="90000"/>
              </a:lnSpc>
            </a:pP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Definitiva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: </a:t>
            </a:r>
            <a:r>
              <a:rPr lang="pt-BR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Relatórios gerais, gestão de documentação, dashboard completo, suporte e monitoramento do sistema implementados.</a:t>
            </a:r>
          </a:p>
          <a:p>
            <a:pPr algn="just">
              <a:lnSpc>
                <a:spcPct val="90000"/>
              </a:lnSpc>
            </a:pPr>
            <a:endParaRPr lang="en-US" sz="18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</a:endParaRP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46D23AC7-5D0C-4D3B-9A27-06F5B1218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86934" cy="6858000"/>
          </a:xfrm>
          <a:prstGeom prst="rect">
            <a:avLst/>
          </a:prstGeom>
          <a:solidFill>
            <a:srgbClr val="363D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A25B9C01-EDEA-4745-A667-008D9674D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2373892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13" name="Straight Connector 15">
            <a:extLst>
              <a:ext uri="{FF2B5EF4-FFF2-40B4-BE49-F238E27FC236}">
                <a16:creationId xmlns:a16="http://schemas.microsoft.com/office/drawing/2014/main" id="{E966FAFD-37CD-48B5-809E-49FBFBCAE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284975" y="0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outerShdw blurRad="57150" dist="25400" dir="9600000" algn="l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Rectangle 17">
            <a:extLst>
              <a:ext uri="{FF2B5EF4-FFF2-40B4-BE49-F238E27FC236}">
                <a16:creationId xmlns:a16="http://schemas.microsoft.com/office/drawing/2014/main" id="{445353E2-B25B-4763-9751-C89AD9FBF1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5065" y="1"/>
            <a:ext cx="1286934" cy="6858000"/>
          </a:xfrm>
          <a:prstGeom prst="rect">
            <a:avLst/>
          </a:prstGeom>
          <a:solidFill>
            <a:srgbClr val="363D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9">
            <a:extLst>
              <a:ext uri="{FF2B5EF4-FFF2-40B4-BE49-F238E27FC236}">
                <a16:creationId xmlns:a16="http://schemas.microsoft.com/office/drawing/2014/main" id="{5AA1B548-375C-47D8-9F3A-BE6E9569F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709268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19" name="Straight Connector 21">
            <a:extLst>
              <a:ext uri="{FF2B5EF4-FFF2-40B4-BE49-F238E27FC236}">
                <a16:creationId xmlns:a16="http://schemas.microsoft.com/office/drawing/2014/main" id="{924D25FA-1F8D-4CB9-A5C3-C5A6AC9E3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0894641" y="1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outerShdw blurRad="57150" dist="25400" algn="l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878049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CA2EB72-13DC-4DC6-B461-3B036C55B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43467"/>
            <a:ext cx="10905066" cy="5571066"/>
          </a:xfrm>
          <a:prstGeom prst="roundRect">
            <a:avLst>
              <a:gd name="adj" fmla="val 2627"/>
            </a:avLst>
          </a:prstGeom>
          <a:solidFill>
            <a:schemeClr val="bg2">
              <a:lumMod val="75000"/>
            </a:schemeClr>
          </a:solidFill>
          <a:ln w="44450">
            <a:gradFill>
              <a:gsLst>
                <a:gs pos="0">
                  <a:schemeClr val="bg2">
                    <a:alpha val="65000"/>
                  </a:schemeClr>
                </a:gs>
                <a:gs pos="98000">
                  <a:schemeClr val="bg2">
                    <a:lumMod val="75000"/>
                    <a:alpha val="55000"/>
                  </a:schemeClr>
                </a:gs>
              </a:gsLst>
              <a:lin ang="5400000" scaled="1"/>
            </a:gradFill>
          </a:ln>
          <a:effectLst>
            <a:innerShdw blurRad="63500" dist="508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E8ABCFE4-8A0E-636B-0100-0A4A830AA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965199"/>
            <a:ext cx="6075552" cy="4918075"/>
          </a:xfr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Sprint </a:t>
            </a:r>
            <a:br>
              <a:rPr lang="en-US" sz="5400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</a:br>
            <a:r>
              <a:rPr lang="en-US" sz="5400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Backlog</a:t>
            </a:r>
            <a:endParaRPr lang="en-US" sz="5400" b="0" dirty="0">
              <a:gradFill flip="none" rotWithShape="1">
                <a:gsLst>
                  <a:gs pos="0">
                    <a:schemeClr val="tx1"/>
                  </a:gs>
                  <a:gs pos="100000">
                    <a:schemeClr val="tx1">
                      <a:lumMod val="65000"/>
                    </a:schemeClr>
                  </a:gs>
                </a:gsLst>
                <a:lin ang="5580000" scaled="0"/>
                <a:tileRect/>
              </a:gradFill>
              <a:effectLst>
                <a:glow rad="38100">
                  <a:schemeClr val="bg1">
                    <a:lumMod val="65000"/>
                    <a:lumOff val="35000"/>
                    <a:alpha val="50000"/>
                  </a:schemeClr>
                </a:glow>
                <a:outerShdw blurRad="28575" dist="31750" dir="132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24039FC-6770-6E09-42B4-B084FCEE5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91121" y="965199"/>
            <a:ext cx="2950765" cy="491807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endParaRPr lang="en-US" sz="21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F75BF3-096E-451E-A222-96A7F0946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8699" y="2011680"/>
            <a:ext cx="0" cy="283464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0971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CA2EB72-13DC-4DC6-B461-3B036C55B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43467"/>
            <a:ext cx="10905066" cy="5571066"/>
          </a:xfrm>
          <a:prstGeom prst="roundRect">
            <a:avLst>
              <a:gd name="adj" fmla="val 2627"/>
            </a:avLst>
          </a:prstGeom>
          <a:solidFill>
            <a:schemeClr val="bg2">
              <a:lumMod val="75000"/>
            </a:schemeClr>
          </a:solidFill>
          <a:ln w="44450">
            <a:gradFill>
              <a:gsLst>
                <a:gs pos="0">
                  <a:schemeClr val="bg2">
                    <a:alpha val="65000"/>
                  </a:schemeClr>
                </a:gs>
                <a:gs pos="98000">
                  <a:schemeClr val="bg2">
                    <a:lumMod val="75000"/>
                    <a:alpha val="55000"/>
                  </a:schemeClr>
                </a:gs>
              </a:gsLst>
              <a:lin ang="5400000" scaled="1"/>
            </a:gradFill>
          </a:ln>
          <a:effectLst>
            <a:innerShdw blurRad="63500" dist="508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F75BF3-096E-451E-A222-96A7F0946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8699" y="2011680"/>
            <a:ext cx="0" cy="283464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m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980" y="1160633"/>
            <a:ext cx="10560039" cy="4536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525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CA2EB72-13DC-4DC6-B461-3B036C55B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43467"/>
            <a:ext cx="10905066" cy="5571066"/>
          </a:xfrm>
          <a:prstGeom prst="roundRect">
            <a:avLst>
              <a:gd name="adj" fmla="val 2627"/>
            </a:avLst>
          </a:prstGeom>
          <a:solidFill>
            <a:schemeClr val="bg2">
              <a:lumMod val="75000"/>
            </a:schemeClr>
          </a:solidFill>
          <a:ln w="44450">
            <a:gradFill>
              <a:gsLst>
                <a:gs pos="0">
                  <a:schemeClr val="bg2">
                    <a:alpha val="65000"/>
                  </a:schemeClr>
                </a:gs>
                <a:gs pos="98000">
                  <a:schemeClr val="bg2">
                    <a:lumMod val="75000"/>
                    <a:alpha val="55000"/>
                  </a:schemeClr>
                </a:gs>
              </a:gsLst>
              <a:lin ang="5400000" scaled="1"/>
            </a:gradFill>
          </a:ln>
          <a:effectLst>
            <a:innerShdw blurRad="63500" dist="508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F75BF3-096E-451E-A222-96A7F0946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8699" y="2011680"/>
            <a:ext cx="0" cy="283464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m 3">
            <a:extLst>
              <a:ext uri="{FF2B5EF4-FFF2-40B4-BE49-F238E27FC236}">
                <a16:creationId xmlns:a16="http://schemas.microsoft.com/office/drawing/2014/main" id="{2CBF875C-870B-7B87-149F-B5B91AA80D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73" y="1610427"/>
            <a:ext cx="10590414" cy="3235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996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CA2EB72-13DC-4DC6-B461-3B036C55B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43467"/>
            <a:ext cx="10905066" cy="5571066"/>
          </a:xfrm>
          <a:prstGeom prst="roundRect">
            <a:avLst>
              <a:gd name="adj" fmla="val 2627"/>
            </a:avLst>
          </a:prstGeom>
          <a:solidFill>
            <a:schemeClr val="bg2">
              <a:lumMod val="75000"/>
            </a:schemeClr>
          </a:solidFill>
          <a:ln w="44450">
            <a:gradFill>
              <a:gsLst>
                <a:gs pos="0">
                  <a:schemeClr val="bg2">
                    <a:alpha val="65000"/>
                  </a:schemeClr>
                </a:gs>
                <a:gs pos="98000">
                  <a:schemeClr val="bg2">
                    <a:lumMod val="75000"/>
                    <a:alpha val="55000"/>
                  </a:schemeClr>
                </a:gs>
              </a:gsLst>
              <a:lin ang="5400000" scaled="1"/>
            </a:gradFill>
          </a:ln>
          <a:effectLst>
            <a:innerShdw blurRad="63500" dist="508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F75BF3-096E-451E-A222-96A7F0946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8699" y="2011680"/>
            <a:ext cx="0" cy="283464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m 3">
            <a:extLst>
              <a:ext uri="{FF2B5EF4-FFF2-40B4-BE49-F238E27FC236}">
                <a16:creationId xmlns:a16="http://schemas.microsoft.com/office/drawing/2014/main" id="{1D7BF7F1-DAB2-B0E5-46D8-689742618D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977" y="1061078"/>
            <a:ext cx="10388545" cy="473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9942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CA2EB72-13DC-4DC6-B461-3B036C55B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43467"/>
            <a:ext cx="10905066" cy="5571066"/>
          </a:xfrm>
          <a:prstGeom prst="roundRect">
            <a:avLst>
              <a:gd name="adj" fmla="val 2627"/>
            </a:avLst>
          </a:prstGeom>
          <a:solidFill>
            <a:schemeClr val="bg2">
              <a:lumMod val="75000"/>
            </a:schemeClr>
          </a:solidFill>
          <a:ln w="44450">
            <a:gradFill>
              <a:gsLst>
                <a:gs pos="0">
                  <a:schemeClr val="bg2">
                    <a:alpha val="65000"/>
                  </a:schemeClr>
                </a:gs>
                <a:gs pos="98000">
                  <a:schemeClr val="bg2">
                    <a:lumMod val="75000"/>
                    <a:alpha val="55000"/>
                  </a:schemeClr>
                </a:gs>
              </a:gsLst>
              <a:lin ang="5400000" scaled="1"/>
            </a:gradFill>
          </a:ln>
          <a:effectLst>
            <a:innerShdw blurRad="63500" dist="508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E8ABCFE4-8A0E-636B-0100-0A4A830AA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965199"/>
            <a:ext cx="6075552" cy="4918075"/>
          </a:xfr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ORÇAMENTO</a:t>
            </a:r>
            <a:endParaRPr lang="en-US" sz="5400" b="0" dirty="0">
              <a:gradFill flip="none" rotWithShape="1">
                <a:gsLst>
                  <a:gs pos="0">
                    <a:schemeClr val="tx1"/>
                  </a:gs>
                  <a:gs pos="100000">
                    <a:schemeClr val="tx1">
                      <a:lumMod val="65000"/>
                    </a:schemeClr>
                  </a:gs>
                </a:gsLst>
                <a:lin ang="5580000" scaled="0"/>
                <a:tileRect/>
              </a:gradFill>
              <a:effectLst>
                <a:glow rad="38100">
                  <a:schemeClr val="bg1">
                    <a:lumMod val="65000"/>
                    <a:lumOff val="35000"/>
                    <a:alpha val="50000"/>
                  </a:schemeClr>
                </a:glow>
                <a:outerShdw blurRad="28575" dist="31750" dir="132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24039FC-6770-6E09-42B4-B084FCEE5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91121" y="965199"/>
            <a:ext cx="2950765" cy="491807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endParaRPr lang="en-US" sz="21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F75BF3-096E-451E-A222-96A7F0946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8699" y="2011680"/>
            <a:ext cx="0" cy="283464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14790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>
          <a:xfrm>
            <a:off x="821816" y="531404"/>
            <a:ext cx="10630377" cy="57793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pt-BR" sz="3300" b="1" dirty="0">
                <a:effectLst/>
              </a:rPr>
              <a:t>VALOR DISPONÍVEL: R$ 100.000,00</a:t>
            </a:r>
            <a:endParaRPr lang="pt-BR" sz="3300" dirty="0">
              <a:effectLst/>
            </a:endParaRPr>
          </a:p>
          <a:p>
            <a:pPr marL="0" indent="0">
              <a:buNone/>
            </a:pPr>
            <a:r>
              <a:rPr lang="pt-BR" sz="2400" b="1" dirty="0">
                <a:effectLst/>
              </a:rPr>
              <a:t>Detalhamento dos custos:</a:t>
            </a:r>
            <a:endParaRPr lang="pt-BR" sz="2400" dirty="0">
              <a:effectLst/>
            </a:endParaRPr>
          </a:p>
          <a:p>
            <a:pPr lvl="0"/>
            <a:r>
              <a:rPr lang="pt-BR" sz="2400" b="1" dirty="0">
                <a:effectLst/>
              </a:rPr>
              <a:t>Salários (considerando 2 meses de projeto)</a:t>
            </a:r>
            <a:r>
              <a:rPr lang="pt-BR" sz="2400" dirty="0">
                <a:effectLst/>
              </a:rPr>
              <a:t>:</a:t>
            </a:r>
          </a:p>
          <a:p>
            <a:pPr lvl="1">
              <a:buFont typeface="Courier New"/>
              <a:buChar char="o"/>
            </a:pPr>
            <a:r>
              <a:rPr lang="pt-BR" sz="2200" b="1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</a:rPr>
              <a:t>Scrum Master (Luan)</a:t>
            </a:r>
            <a:r>
              <a:rPr lang="pt-BR" sz="22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</a:rPr>
              <a:t>: R$ 10.000,00 (R$ 5.000,00/mês).</a:t>
            </a:r>
          </a:p>
          <a:p>
            <a:pPr lvl="1">
              <a:buFont typeface="Courier New"/>
              <a:buChar char="o"/>
            </a:pPr>
            <a:r>
              <a:rPr lang="pt-BR" sz="2200" b="1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</a:rPr>
              <a:t>UX/UI Designer (Sabrina)</a:t>
            </a:r>
            <a:r>
              <a:rPr lang="pt-BR" sz="22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</a:rPr>
              <a:t>: R$ 11.000,00 (R$ 5.500,00/mês).</a:t>
            </a:r>
          </a:p>
          <a:p>
            <a:pPr lvl="1">
              <a:buFont typeface="Courier New"/>
              <a:buChar char="o"/>
            </a:pPr>
            <a:r>
              <a:rPr lang="pt-BR" sz="2200" b="1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</a:rPr>
              <a:t>Desenvolvedor Front-</a:t>
            </a:r>
            <a:r>
              <a:rPr lang="pt-BR" sz="2200" b="1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</a:rPr>
              <a:t>end</a:t>
            </a:r>
            <a:r>
              <a:rPr lang="pt-BR" sz="2200" b="1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</a:rPr>
              <a:t> (Ygor)</a:t>
            </a:r>
            <a:r>
              <a:rPr lang="pt-BR" sz="22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</a:rPr>
              <a:t>: R$ 13.000,00 (R$ 6.500,00/mês).</a:t>
            </a:r>
          </a:p>
          <a:p>
            <a:pPr lvl="1">
              <a:buFont typeface="Courier New"/>
              <a:buChar char="o"/>
            </a:pPr>
            <a:r>
              <a:rPr lang="pt-BR" sz="2200" b="1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</a:rPr>
              <a:t>Desenvolvedor Back-</a:t>
            </a:r>
            <a:r>
              <a:rPr lang="pt-BR" sz="2200" b="1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</a:rPr>
              <a:t>end</a:t>
            </a:r>
            <a:r>
              <a:rPr lang="pt-BR" sz="2200" b="1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</a:rPr>
              <a:t> (Kaio): </a:t>
            </a:r>
            <a:r>
              <a:rPr lang="pt-BR" sz="22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</a:rPr>
              <a:t>R$ 13.000,00 (R$ 6.500,00/mês).</a:t>
            </a:r>
          </a:p>
          <a:p>
            <a:pPr lvl="1">
              <a:buFont typeface="Courier New"/>
              <a:buChar char="o"/>
            </a:pPr>
            <a:r>
              <a:rPr lang="pt-BR" sz="2200" b="1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</a:rPr>
              <a:t>Desenvolvedor Back-</a:t>
            </a:r>
            <a:r>
              <a:rPr lang="pt-BR" sz="2200" b="1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</a:rPr>
              <a:t>end</a:t>
            </a:r>
            <a:r>
              <a:rPr lang="pt-BR" sz="2200" b="1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</a:rPr>
              <a:t> (Matheus)</a:t>
            </a:r>
            <a:r>
              <a:rPr lang="pt-BR" sz="22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</a:rPr>
              <a:t>: R$ 13.000,00 (R$ 6.500,00/mês).</a:t>
            </a:r>
          </a:p>
          <a:p>
            <a:pPr lvl="1">
              <a:buFont typeface="Courier New"/>
              <a:buChar char="o"/>
            </a:pPr>
            <a:r>
              <a:rPr lang="pt-BR" sz="2200" b="1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</a:rPr>
              <a:t>Testador de Software (</a:t>
            </a:r>
            <a:r>
              <a:rPr lang="pt-BR" sz="2200" b="1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</a:rPr>
              <a:t>Layla</a:t>
            </a:r>
            <a:r>
              <a:rPr lang="pt-BR" sz="2200" b="1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</a:rPr>
              <a:t>)</a:t>
            </a:r>
            <a:r>
              <a:rPr lang="pt-BR" sz="22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</a:rPr>
              <a:t>: R$ 9.000,00 (R$ 4.500,00/mês).</a:t>
            </a:r>
          </a:p>
          <a:p>
            <a:pPr marL="0" indent="0">
              <a:buNone/>
            </a:pPr>
            <a:endParaRPr lang="pt-BR" sz="2400" dirty="0">
              <a:effectLst/>
            </a:endParaRPr>
          </a:p>
          <a:p>
            <a:pPr marL="0" lvl="0" indent="0">
              <a:buNone/>
            </a:pPr>
            <a:r>
              <a:rPr lang="pt-BR" sz="2400" b="1" dirty="0">
                <a:effectLst/>
              </a:rPr>
              <a:t>Infraestrutura e ferramentas</a:t>
            </a:r>
            <a:r>
              <a:rPr lang="pt-BR" sz="2400" dirty="0">
                <a:effectLst/>
              </a:rPr>
              <a:t>:</a:t>
            </a:r>
          </a:p>
          <a:p>
            <a:pPr lvl="0"/>
            <a:r>
              <a:rPr lang="pt-BR" sz="2400" b="1" dirty="0">
                <a:effectLst/>
              </a:rPr>
              <a:t>Servidor e Hospedagem</a:t>
            </a:r>
            <a:r>
              <a:rPr lang="pt-BR" sz="2400" dirty="0">
                <a:effectLst/>
              </a:rPr>
              <a:t>: R$ 6.000,00 (6 meses de uso).</a:t>
            </a:r>
          </a:p>
          <a:p>
            <a:pPr lvl="0"/>
            <a:r>
              <a:rPr lang="pt-BR" sz="2400" b="1" dirty="0">
                <a:effectLst/>
              </a:rPr>
              <a:t>Licenças de software</a:t>
            </a:r>
            <a:r>
              <a:rPr lang="pt-BR" sz="2400" dirty="0">
                <a:effectLst/>
              </a:rPr>
              <a:t>: R$ 5.000,00.</a:t>
            </a:r>
          </a:p>
          <a:p>
            <a:pPr lvl="0"/>
            <a:r>
              <a:rPr lang="pt-BR" sz="2400" b="1" dirty="0">
                <a:effectLst/>
              </a:rPr>
              <a:t>Despesas extras (imprevistos, treinamento e infraestrutura)</a:t>
            </a:r>
            <a:r>
              <a:rPr lang="pt-BR" sz="2400" dirty="0">
                <a:effectLst/>
              </a:rPr>
              <a:t>: R$ 5.000,00.</a:t>
            </a:r>
          </a:p>
          <a:p>
            <a:pPr marL="0" indent="0">
              <a:buNone/>
            </a:pPr>
            <a:endParaRPr lang="pt-BR" sz="2400" dirty="0">
              <a:effectLst/>
            </a:endParaRPr>
          </a:p>
          <a:p>
            <a:pPr marL="0" lvl="0" indent="0">
              <a:buNone/>
            </a:pPr>
            <a:r>
              <a:rPr lang="pt-BR" sz="2400" b="1" dirty="0">
                <a:effectLst/>
              </a:rPr>
              <a:t>Reserva para melhorias e suporte:</a:t>
            </a:r>
            <a:endParaRPr lang="pt-BR" sz="2400" dirty="0">
              <a:effectLst/>
            </a:endParaRPr>
          </a:p>
          <a:p>
            <a:pPr lvl="0"/>
            <a:r>
              <a:rPr lang="pt-BR" sz="2400" b="1" dirty="0">
                <a:effectLst/>
              </a:rPr>
              <a:t>R$ 15.000,00</a:t>
            </a:r>
            <a:r>
              <a:rPr lang="pt-BR" sz="2400" dirty="0">
                <a:effectLst/>
              </a:rPr>
              <a:t> (para investir em suporte contínuo, melhorias, e eventuais contratações temporárias, durante ou após o lançamento).</a:t>
            </a:r>
          </a:p>
        </p:txBody>
      </p:sp>
    </p:spTree>
    <p:extLst>
      <p:ext uri="{BB962C8B-B14F-4D97-AF65-F5344CB8AC3E}">
        <p14:creationId xmlns:p14="http://schemas.microsoft.com/office/powerpoint/2010/main" val="14177633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CA2EB72-13DC-4DC6-B461-3B036C55B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43467"/>
            <a:ext cx="10905066" cy="5571066"/>
          </a:xfrm>
          <a:prstGeom prst="roundRect">
            <a:avLst>
              <a:gd name="adj" fmla="val 2627"/>
            </a:avLst>
          </a:prstGeom>
          <a:solidFill>
            <a:schemeClr val="bg2">
              <a:lumMod val="75000"/>
            </a:schemeClr>
          </a:solidFill>
          <a:ln w="44450">
            <a:gradFill>
              <a:gsLst>
                <a:gs pos="0">
                  <a:schemeClr val="bg2">
                    <a:alpha val="65000"/>
                  </a:schemeClr>
                </a:gs>
                <a:gs pos="98000">
                  <a:schemeClr val="bg2">
                    <a:lumMod val="75000"/>
                    <a:alpha val="55000"/>
                  </a:schemeClr>
                </a:gs>
              </a:gsLst>
              <a:lin ang="5400000" scaled="1"/>
            </a:gradFill>
          </a:ln>
          <a:effectLst>
            <a:innerShdw blurRad="63500" dist="508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E8ABCFE4-8A0E-636B-0100-0A4A830AA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965199"/>
            <a:ext cx="6075552" cy="4918075"/>
          </a:xfr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PESQUISA DE</a:t>
            </a:r>
            <a:br>
              <a:rPr lang="en-US" sz="5400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</a:br>
            <a:r>
              <a:rPr lang="en-US" sz="5400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MERCADO</a:t>
            </a:r>
            <a:endParaRPr lang="en-US" sz="5400" b="0" dirty="0">
              <a:gradFill flip="none" rotWithShape="1">
                <a:gsLst>
                  <a:gs pos="0">
                    <a:schemeClr val="tx1"/>
                  </a:gs>
                  <a:gs pos="100000">
                    <a:schemeClr val="tx1">
                      <a:lumMod val="65000"/>
                    </a:schemeClr>
                  </a:gs>
                </a:gsLst>
                <a:lin ang="5580000" scaled="0"/>
                <a:tileRect/>
              </a:gradFill>
              <a:effectLst>
                <a:glow rad="38100">
                  <a:schemeClr val="bg1">
                    <a:lumMod val="65000"/>
                    <a:lumOff val="35000"/>
                    <a:alpha val="50000"/>
                  </a:schemeClr>
                </a:glow>
                <a:outerShdw blurRad="28575" dist="31750" dir="132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24039FC-6770-6E09-42B4-B084FCEE5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91121" y="965199"/>
            <a:ext cx="2950765" cy="491807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endParaRPr lang="en-US" sz="21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F75BF3-096E-451E-A222-96A7F0946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8699" y="2011680"/>
            <a:ext cx="0" cy="283464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57191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A4D3485-50A2-71E0-00B6-2A6352FD7B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536" y="1709887"/>
            <a:ext cx="6500136" cy="343822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17F18FE-28B9-788F-FBC6-7DA347593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0581" y="838200"/>
            <a:ext cx="4167348" cy="1357223"/>
          </a:xfrm>
        </p:spPr>
        <p:txBody>
          <a:bodyPr>
            <a:normAutofit/>
          </a:bodyPr>
          <a:lstStyle/>
          <a:p>
            <a:pPr algn="ctr"/>
            <a:r>
              <a:rPr lang="pt-BR" sz="3200" b="1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LOCALIZA</a:t>
            </a:r>
            <a:endParaRPr lang="pt-BR" b="1" dirty="0">
              <a:gradFill flip="none" rotWithShape="1">
                <a:gsLst>
                  <a:gs pos="0">
                    <a:prstClr val="white"/>
                  </a:gs>
                  <a:gs pos="100000">
                    <a:prstClr val="white">
                      <a:lumMod val="65000"/>
                    </a:prstClr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65000"/>
                    <a:lumOff val="35000"/>
                    <a:alpha val="40000"/>
                  </a:prstClr>
                </a:glow>
                <a:outerShdw blurRad="28575" dist="38100" dir="14040000" algn="tl" rotWithShape="0">
                  <a:srgbClr val="000000">
                    <a:alpha val="25000"/>
                  </a:srgbClr>
                </a:outerShdw>
              </a:effectLst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345608B-0D8A-4056-51D0-82A1FBB72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9208" y="2277375"/>
            <a:ext cx="4175187" cy="3082507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15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</a:rPr>
              <a:t>Com o</a:t>
            </a:r>
            <a:r>
              <a:rPr lang="pt-BR" sz="1500" b="1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</a:rPr>
              <a:t> Localiza Fast, </a:t>
            </a:r>
            <a:r>
              <a:rPr lang="pt-BR" sz="15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</a:rPr>
              <a:t>o cliente pode fazer o check-in e </a:t>
            </a:r>
            <a:r>
              <a:rPr lang="pt-BR" sz="15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</a:rPr>
              <a:t>check-out</a:t>
            </a:r>
            <a:r>
              <a:rPr lang="pt-BR" sz="15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</a:rPr>
              <a:t> do veículo diretamente pelo aplicativo e destravá-lo pelo celular.</a:t>
            </a:r>
          </a:p>
          <a:p>
            <a:pPr algn="just">
              <a:buClr>
                <a:srgbClr val="FFFFFF"/>
              </a:buClr>
            </a:pPr>
            <a:r>
              <a:rPr lang="pt-BR" sz="15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</a:rPr>
              <a:t>O cliente pode escolher o local de retirada e devolução, selecionar a categoria do veículo e adicionar acessórios, como cadeirinha e GPS.</a:t>
            </a:r>
          </a:p>
          <a:p>
            <a:pPr algn="just">
              <a:buClr>
                <a:srgbClr val="FFFFFF"/>
              </a:buClr>
            </a:pPr>
            <a:r>
              <a:rPr lang="pt-BR" sz="15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</a:rPr>
              <a:t>Seu</a:t>
            </a:r>
            <a:r>
              <a:rPr lang="pt-BR" sz="1500" b="1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</a:rPr>
              <a:t> Programa de fidelidade</a:t>
            </a:r>
            <a:r>
              <a:rPr lang="pt-BR" sz="15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</a:rPr>
              <a:t> permite acompanhar os pontos acumulados e trocar por diárias grátis, </a:t>
            </a:r>
            <a:r>
              <a:rPr lang="pt-BR" sz="14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</a:rPr>
              <a:t>além de possibilitar a integração com programas de milhagem.</a:t>
            </a:r>
          </a:p>
          <a:p>
            <a:pPr algn="just">
              <a:buClr>
                <a:srgbClr val="FFFFFF"/>
              </a:buClr>
            </a:pPr>
            <a:endParaRPr lang="pt-BR" sz="12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128961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Interface gráfica do usuário, Site&#10;&#10;Descrição gerada automaticamente">
            <a:extLst>
              <a:ext uri="{FF2B5EF4-FFF2-40B4-BE49-F238E27FC236}">
                <a16:creationId xmlns:a16="http://schemas.microsoft.com/office/drawing/2014/main" id="{DD520300-AA1B-CF23-7D1B-34B2E7612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194" y="1709738"/>
            <a:ext cx="6505575" cy="3438525"/>
          </a:xfrm>
          <a:prstGeom prst="rect">
            <a:avLst/>
          </a:prstGeom>
        </p:spPr>
      </p:pic>
      <p:sp>
        <p:nvSpPr>
          <p:cNvPr id="19" name="Título 1">
            <a:extLst>
              <a:ext uri="{FF2B5EF4-FFF2-40B4-BE49-F238E27FC236}">
                <a16:creationId xmlns:a16="http://schemas.microsoft.com/office/drawing/2014/main" id="{51DC4198-1379-4532-AA6D-15E50CBE6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0581" y="1312653"/>
            <a:ext cx="4167348" cy="1357223"/>
          </a:xfrm>
        </p:spPr>
        <p:txBody>
          <a:bodyPr>
            <a:normAutofit/>
          </a:bodyPr>
          <a:lstStyle/>
          <a:p>
            <a:pPr algn="ctr"/>
            <a:r>
              <a:rPr lang="pt-BR" b="1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MOVIDA</a:t>
            </a:r>
            <a:endParaRPr lang="pt-BR" dirty="0"/>
          </a:p>
        </p:txBody>
      </p:sp>
      <p:sp>
        <p:nvSpPr>
          <p:cNvPr id="21" name="Espaço Reservado para Conteúdo 3">
            <a:extLst>
              <a:ext uri="{FF2B5EF4-FFF2-40B4-BE49-F238E27FC236}">
                <a16:creationId xmlns:a16="http://schemas.microsoft.com/office/drawing/2014/main" id="{96CE51C8-0077-71FB-C5E1-2282FE9E8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4831" y="2406772"/>
            <a:ext cx="4175187" cy="308250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15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</a:rPr>
              <a:t>Além de poder gerenciar as reservas pelo app, ele também possui a função</a:t>
            </a:r>
            <a:r>
              <a:rPr lang="pt-BR" sz="1500" b="1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</a:rPr>
              <a:t> movida </a:t>
            </a:r>
            <a:r>
              <a:rPr lang="pt-BR" sz="1500" b="1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</a:rPr>
              <a:t>wi-fi</a:t>
            </a:r>
            <a:r>
              <a:rPr lang="pt-BR" sz="1500" b="1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</a:rPr>
              <a:t>,</a:t>
            </a:r>
            <a:r>
              <a:rPr lang="pt-BR" sz="15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</a:rPr>
              <a:t> que oferece internet no carro alugado, permitindo conectar dispositivos durante a viagem. Toda configuração e controle do Wi-Fi são feitos pelo app.</a:t>
            </a:r>
          </a:p>
          <a:p>
            <a:pPr algn="just">
              <a:buClr>
                <a:srgbClr val="FFFFFF"/>
              </a:buClr>
            </a:pPr>
            <a:r>
              <a:rPr lang="pt-BR" sz="1500" b="1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</a:rPr>
              <a:t>Programa de fidelidade</a:t>
            </a:r>
            <a:r>
              <a:rPr lang="pt-BR" sz="15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</a:rPr>
              <a:t> que permite acompanhar os pontos acumulados e trocar por descontos.</a:t>
            </a:r>
          </a:p>
          <a:p>
            <a:pPr algn="just">
              <a:buClr>
                <a:srgbClr val="FFFFFF"/>
              </a:buClr>
            </a:pPr>
            <a:r>
              <a:rPr lang="pt-BR" sz="1500" b="1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</a:rPr>
              <a:t>Uso de IA</a:t>
            </a:r>
            <a:r>
              <a:rPr lang="pt-BR" sz="15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</a:rPr>
              <a:t> - a partir do comportamento do cliente no app e site, o sistema oferece recomendações personalizadas, como tipos de veículos e pacotes de serviços.</a:t>
            </a:r>
          </a:p>
          <a:p>
            <a:pPr algn="just">
              <a:buClr>
                <a:srgbClr val="FFFFFF"/>
              </a:buClr>
            </a:pPr>
            <a:endParaRPr lang="pt-BR" sz="15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/>
              <a:latin typeface="Century Gothic"/>
              <a:cs typeface="Times New Roman"/>
            </a:endParaRPr>
          </a:p>
          <a:p>
            <a:pPr algn="just">
              <a:buClr>
                <a:srgbClr val="FFFFFF"/>
              </a:buClr>
            </a:pPr>
            <a:endParaRPr lang="pt-BR" sz="12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685583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Interface gráfica do usuário, Texto&#10;&#10;Descrição gerada automaticamente">
            <a:extLst>
              <a:ext uri="{FF2B5EF4-FFF2-40B4-BE49-F238E27FC236}">
                <a16:creationId xmlns:a16="http://schemas.microsoft.com/office/drawing/2014/main" id="{B97D8C8E-1647-DBAB-673F-106134291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49" y="1771650"/>
            <a:ext cx="6505575" cy="3314700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D2362656-AEF5-5507-3CCD-28ACC13EE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0581" y="1154502"/>
            <a:ext cx="4167348" cy="1357223"/>
          </a:xfrm>
        </p:spPr>
        <p:txBody>
          <a:bodyPr>
            <a:normAutofit/>
          </a:bodyPr>
          <a:lstStyle/>
          <a:p>
            <a:pPr algn="ctr"/>
            <a:r>
              <a:rPr lang="pt-BR" b="1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UNIDAS</a:t>
            </a:r>
            <a:endParaRPr lang="pt-BR" b="1" dirty="0">
              <a:gradFill flip="none" rotWithShape="1">
                <a:gsLst>
                  <a:gs pos="0">
                    <a:prstClr val="white"/>
                  </a:gs>
                  <a:gs pos="100000">
                    <a:prstClr val="white">
                      <a:lumMod val="65000"/>
                    </a:prstClr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65000"/>
                    <a:lumOff val="35000"/>
                    <a:alpha val="40000"/>
                  </a:prstClr>
                </a:glow>
                <a:outerShdw blurRad="28575" dist="38100" dir="14040000" algn="tl" rotWithShape="0">
                  <a:srgbClr val="000000">
                    <a:alpha val="25000"/>
                  </a:srgbClr>
                </a:outerShdw>
              </a:effectLst>
            </a:endParaRPr>
          </a:p>
        </p:txBody>
      </p:sp>
      <p:sp>
        <p:nvSpPr>
          <p:cNvPr id="15" name="Espaço Reservado para Conteúdo 3">
            <a:extLst>
              <a:ext uri="{FF2B5EF4-FFF2-40B4-BE49-F238E27FC236}">
                <a16:creationId xmlns:a16="http://schemas.microsoft.com/office/drawing/2014/main" id="{63A8EF8D-3D80-4117-A701-C1D419567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4831" y="2262999"/>
            <a:ext cx="4175187" cy="3312544"/>
          </a:xfrm>
        </p:spPr>
        <p:txBody>
          <a:bodyPr>
            <a:normAutofit/>
          </a:bodyPr>
          <a:lstStyle/>
          <a:p>
            <a:pPr algn="just"/>
            <a:r>
              <a:rPr lang="pt-BR" sz="14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</a:rPr>
              <a:t>Sistema prático e direto, permitindo ao cliente visualizar o histórico de locações, alterar reservas e ainda pagar por antecipação no próprio app.</a:t>
            </a:r>
          </a:p>
          <a:p>
            <a:pPr algn="just">
              <a:buClr>
                <a:srgbClr val="FFFFFF"/>
              </a:buClr>
            </a:pPr>
            <a:r>
              <a:rPr lang="pt-BR" sz="1400" b="1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</a:rPr>
              <a:t>UNIDAS 60+ </a:t>
            </a:r>
            <a:r>
              <a:rPr lang="pt-BR" sz="14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</a:rPr>
              <a:t>- O sistema é configurado para atender melhor clientes com mais de 60 anos, permitindo ofertas e um atendimento diferenciado via aplicativo e site</a:t>
            </a:r>
          </a:p>
          <a:p>
            <a:pPr algn="just">
              <a:buClr>
                <a:srgbClr val="FFFFFF"/>
              </a:buClr>
            </a:pPr>
            <a:r>
              <a:rPr lang="pt-BR" sz="14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</a:rPr>
              <a:t>Possui integração com vários programas de pontos, cartões de crédito e programas de milhagem, permitindo ao cliente somar benefícios e usá-los na locação de veículos</a:t>
            </a:r>
          </a:p>
          <a:p>
            <a:pPr algn="just">
              <a:buClr>
                <a:srgbClr val="FFFFFF"/>
              </a:buClr>
            </a:pPr>
            <a:r>
              <a:rPr lang="pt-BR" sz="14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</a:rPr>
              <a:t>Atendimento também via WhatsApp.</a:t>
            </a:r>
          </a:p>
          <a:p>
            <a:pPr algn="just">
              <a:buClr>
                <a:srgbClr val="FFFFFF"/>
              </a:buClr>
            </a:pPr>
            <a:endParaRPr lang="pt-BR" sz="12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668603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C3D11A-3AB4-1216-8284-7F233A009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478657"/>
            <a:ext cx="9905998" cy="1905000"/>
          </a:xfrm>
        </p:spPr>
        <p:txBody>
          <a:bodyPr>
            <a:normAutofit/>
          </a:bodyPr>
          <a:lstStyle/>
          <a:p>
            <a:pPr algn="ctr"/>
            <a:r>
              <a:rPr lang="pt-BR" sz="4800" b="1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6166639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lha">
  <a:themeElements>
    <a:clrScheme name="Malha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alha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alh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TM03457485[[fn=Malha]]</Template>
  <TotalTime>815</TotalTime>
  <Words>924</Words>
  <Application>Microsoft Office PowerPoint</Application>
  <PresentationFormat>Widescreen</PresentationFormat>
  <Paragraphs>77</Paragraphs>
  <Slides>22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3" baseType="lpstr">
      <vt:lpstr>Malha</vt:lpstr>
      <vt:lpstr>EASYDRIVE</vt:lpstr>
      <vt:lpstr>Visão do produto</vt:lpstr>
      <vt:lpstr>EQUIPE</vt:lpstr>
      <vt:lpstr>Apresentação do PowerPoint</vt:lpstr>
      <vt:lpstr>Product Backlog </vt:lpstr>
      <vt:lpstr>Apresentação do PowerPoint</vt:lpstr>
      <vt:lpstr>Estimar esforços para as Users Stories</vt:lpstr>
      <vt:lpstr>Revisar e refinar</vt:lpstr>
      <vt:lpstr>transparência</vt:lpstr>
      <vt:lpstr>Plano de entrega das versões</vt:lpstr>
      <vt:lpstr>Apresentação do PowerPoint</vt:lpstr>
      <vt:lpstr>Sprint  Backlog</vt:lpstr>
      <vt:lpstr>Apresentação do PowerPoint</vt:lpstr>
      <vt:lpstr>Apresentação do PowerPoint</vt:lpstr>
      <vt:lpstr>Apresentação do PowerPoint</vt:lpstr>
      <vt:lpstr>ORÇAMENTO</vt:lpstr>
      <vt:lpstr>Apresentação do PowerPoint</vt:lpstr>
      <vt:lpstr>PESQUISA DE MERCADO</vt:lpstr>
      <vt:lpstr>LOCALIZA</vt:lpstr>
      <vt:lpstr>MOVIDA</vt:lpstr>
      <vt:lpstr>UNIDAS</vt:lpstr>
      <vt:lpstr>OBRIGADO!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EASYDRIVE</dc:title>
  <dc:creator>Luan Gonçalves Dos Santos</dc:creator>
  <cp:lastModifiedBy>Rede Sim</cp:lastModifiedBy>
  <cp:revision>269</cp:revision>
  <dcterms:created xsi:type="dcterms:W3CDTF">2024-09-19T17:07:10Z</dcterms:created>
  <dcterms:modified xsi:type="dcterms:W3CDTF">2024-11-07T19:43:51Z</dcterms:modified>
</cp:coreProperties>
</file>